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6" r:id="rId2"/>
  </p:sldIdLst>
  <p:sldSz cx="13970000" cy="10795000"/>
  <p:notesSz cx="6858000" cy="9144000"/>
  <p:embeddedFontLst>
    <p:embeddedFont>
      <p:font typeface="Helvetica Neue" panose="020B0604020202020204" charset="0"/>
      <p:regular r:id="rId4"/>
      <p:bold r:id="rId5"/>
      <p:italic r:id="rId6"/>
      <p:boldItalic r:id="rId7"/>
    </p:embeddedFont>
    <p:embeddedFont>
      <p:font typeface="Source Sans 3" panose="020B0303030403020204" pitchFamily="34" charset="0"/>
      <p:regular r:id="rId8"/>
      <p:bold r:id="rId9"/>
      <p:italic r:id="rId10"/>
      <p:boldItalic r:id="rId11"/>
    </p:embeddedFont>
    <p:embeddedFont>
      <p:font typeface="Source Sans 3 Light" panose="020B0303030403020204" pitchFamily="34" charset="0"/>
      <p:regular r:id="rId12"/>
    </p:embeddedFont>
    <p:embeddedFont>
      <p:font typeface="Source Sans 3 SemiBold" panose="020B0303030403020204" pitchFamily="3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0" userDrawn="1">
          <p15:clr>
            <a:srgbClr val="747775"/>
          </p15:clr>
        </p15:guide>
        <p15:guide id="2" pos="440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antha Limo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DB5"/>
    <a:srgbClr val="B7B7B7"/>
    <a:srgbClr val="E066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17" autoAdjust="0"/>
    <p:restoredTop sz="88605" autoAdjust="0"/>
  </p:normalViewPr>
  <p:slideViewPr>
    <p:cSldViewPr snapToGrid="0">
      <p:cViewPr varScale="1">
        <p:scale>
          <a:sx n="65" d="100"/>
          <a:sy n="65" d="100"/>
        </p:scale>
        <p:origin x="2319" y="102"/>
      </p:cViewPr>
      <p:guideLst>
        <p:guide orient="horz" pos="3400"/>
        <p:guide pos="44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commentAuthors" Target="commentAuthors.xml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D3B23A6B-A1DB-7A80-F2B2-21D1B3D5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6bdaf8f06_0_46:notes">
            <a:extLst>
              <a:ext uri="{FF2B5EF4-FFF2-40B4-BE49-F238E27FC236}">
                <a16:creationId xmlns:a16="http://schemas.microsoft.com/office/drawing/2014/main" id="{A8A0997C-2B91-F470-6D5F-5E5368171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6bdaf8f06_0_46:notes">
            <a:extLst>
              <a:ext uri="{FF2B5EF4-FFF2-40B4-BE49-F238E27FC236}">
                <a16:creationId xmlns:a16="http://schemas.microsoft.com/office/drawing/2014/main" id="{3335F671-DCAC-23EB-46A0-D4D36B53B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248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76222" y="1562688"/>
            <a:ext cx="13017583" cy="43079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76210" y="5948164"/>
            <a:ext cx="13017583" cy="166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76210" y="4514130"/>
            <a:ext cx="13017583" cy="17667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76210" y="2418775"/>
            <a:ext cx="13017583" cy="7170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52388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397020" lvl="1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095530" lvl="2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794041" lvl="3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492551" lvl="4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191061" lvl="5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889571" lvl="6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588081" lvl="7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286591" lvl="8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76209" y="2418775"/>
            <a:ext cx="6110958" cy="7170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39"/>
            </a:lvl1pPr>
            <a:lvl2pPr marL="1397020" lvl="1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2pPr>
            <a:lvl3pPr marL="2095530" lvl="2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3pPr>
            <a:lvl4pPr marL="2794041" lvl="3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4pPr>
            <a:lvl5pPr marL="3492551" lvl="4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5pPr>
            <a:lvl6pPr marL="4191061" lvl="5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6pPr>
            <a:lvl7pPr marL="4889571" lvl="6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7pPr>
            <a:lvl8pPr marL="5588081" lvl="7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8pPr>
            <a:lvl9pPr marL="6286591" lvl="8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7382834" y="2418775"/>
            <a:ext cx="6110958" cy="7170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39"/>
            </a:lvl1pPr>
            <a:lvl2pPr marL="1397020" lvl="1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2pPr>
            <a:lvl3pPr marL="2095530" lvl="2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3pPr>
            <a:lvl4pPr marL="2794041" lvl="3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4pPr>
            <a:lvl5pPr marL="3492551" lvl="4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5pPr>
            <a:lvl6pPr marL="4191061" lvl="5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6pPr>
            <a:lvl7pPr marL="4889571" lvl="6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7pPr>
            <a:lvl8pPr marL="5588081" lvl="7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8pPr>
            <a:lvl9pPr marL="6286591" lvl="8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76208" y="1166074"/>
            <a:ext cx="4290000" cy="15860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76208" y="2916444"/>
            <a:ext cx="4290000" cy="6672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1pPr>
            <a:lvl2pPr marL="1397020" lvl="1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2pPr>
            <a:lvl3pPr marL="2095530" lvl="2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3pPr>
            <a:lvl4pPr marL="2794041" lvl="3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4pPr>
            <a:lvl5pPr marL="3492551" lvl="4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5pPr>
            <a:lvl6pPr marL="4191061" lvl="5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6pPr>
            <a:lvl7pPr marL="4889571" lvl="6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7pPr>
            <a:lvl8pPr marL="5588081" lvl="7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8pPr>
            <a:lvl9pPr marL="6286591" lvl="8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748993" y="944759"/>
            <a:ext cx="9728583" cy="85856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985000" y="-262"/>
            <a:ext cx="6985000" cy="1079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8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05625" y="2588145"/>
            <a:ext cx="6180167" cy="31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405625" y="5882997"/>
            <a:ext cx="6180167" cy="2592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7546460" y="1519664"/>
            <a:ext cx="5862083" cy="7755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98510" lvl="0" indent="-52388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397020" lvl="1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095530" lvl="2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794041" lvl="3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492551" lvl="4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191061" lvl="5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889571" lvl="6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588081" lvl="7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286591" lvl="8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76210" y="8878985"/>
            <a:ext cx="9164833" cy="12699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98510" lvl="0" indent="-349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76210" y="2321497"/>
            <a:ext cx="13017583" cy="41209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76210" y="6615781"/>
            <a:ext cx="13017583" cy="2730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523883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397020" lvl="1" indent="-4850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095530" lvl="2" indent="-4850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794041" lvl="3" indent="-485077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492551" lvl="4" indent="-4850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191061" lvl="5" indent="-4850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889571" lvl="6" indent="-485077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588081" lvl="7" indent="-4850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286591" lvl="8" indent="-4850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6210" y="2418775"/>
            <a:ext cx="13017583" cy="717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528">
                <a:solidFill>
                  <a:schemeClr val="dk2"/>
                </a:solidFill>
              </a:defRPr>
            </a:lvl1pPr>
            <a:lvl2pPr lvl="1" algn="r">
              <a:buNone/>
              <a:defRPr sz="1528">
                <a:solidFill>
                  <a:schemeClr val="dk2"/>
                </a:solidFill>
              </a:defRPr>
            </a:lvl2pPr>
            <a:lvl3pPr lvl="2" algn="r">
              <a:buNone/>
              <a:defRPr sz="1528">
                <a:solidFill>
                  <a:schemeClr val="dk2"/>
                </a:solidFill>
              </a:defRPr>
            </a:lvl3pPr>
            <a:lvl4pPr lvl="3" algn="r">
              <a:buNone/>
              <a:defRPr sz="1528">
                <a:solidFill>
                  <a:schemeClr val="dk2"/>
                </a:solidFill>
              </a:defRPr>
            </a:lvl4pPr>
            <a:lvl5pPr lvl="4" algn="r">
              <a:buNone/>
              <a:defRPr sz="1528">
                <a:solidFill>
                  <a:schemeClr val="dk2"/>
                </a:solidFill>
              </a:defRPr>
            </a:lvl5pPr>
            <a:lvl6pPr lvl="5" algn="r">
              <a:buNone/>
              <a:defRPr sz="1528">
                <a:solidFill>
                  <a:schemeClr val="dk2"/>
                </a:solidFill>
              </a:defRPr>
            </a:lvl6pPr>
            <a:lvl7pPr lvl="6" algn="r">
              <a:buNone/>
              <a:defRPr sz="1528">
                <a:solidFill>
                  <a:schemeClr val="dk2"/>
                </a:solidFill>
              </a:defRPr>
            </a:lvl7pPr>
            <a:lvl8pPr lvl="7" algn="r">
              <a:buNone/>
              <a:defRPr sz="1528">
                <a:solidFill>
                  <a:schemeClr val="dk2"/>
                </a:solidFill>
              </a:defRPr>
            </a:lvl8pPr>
            <a:lvl9pPr lvl="8" algn="r">
              <a:buNone/>
              <a:defRPr sz="1528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sa/4.0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9BE09234-A7A9-ECC2-4F0F-B1D6170A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DC354BA0-4832-CE7C-2CE1-D891E125B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51" y="-676677"/>
            <a:ext cx="5598432" cy="299008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46BF77F5-CF07-313F-6E8C-09D771422D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310" y="122459"/>
            <a:ext cx="1443262" cy="1676046"/>
          </a:xfrm>
          <a:prstGeom prst="rect">
            <a:avLst/>
          </a:prstGeom>
        </p:spPr>
      </p:pic>
      <p:pic>
        <p:nvPicPr>
          <p:cNvPr id="216" name="Google Shape;216;p18">
            <a:extLst>
              <a:ext uri="{FF2B5EF4-FFF2-40B4-BE49-F238E27FC236}">
                <a16:creationId xmlns:a16="http://schemas.microsoft.com/office/drawing/2014/main" id="{3A938C08-2907-E64B-65F6-C13C39460C8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203" y="8615102"/>
            <a:ext cx="3874636" cy="160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>
            <a:extLst>
              <a:ext uri="{FF2B5EF4-FFF2-40B4-BE49-F238E27FC236}">
                <a16:creationId xmlns:a16="http://schemas.microsoft.com/office/drawing/2014/main" id="{04B86DA8-19C9-AE3B-1126-F26770F3049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403" y="3009370"/>
            <a:ext cx="3830026" cy="498364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>
            <a:extLst>
              <a:ext uri="{FF2B5EF4-FFF2-40B4-BE49-F238E27FC236}">
                <a16:creationId xmlns:a16="http://schemas.microsoft.com/office/drawing/2014/main" id="{06D5D828-0841-470D-D032-0DCF08495D99}"/>
              </a:ext>
            </a:extLst>
          </p:cNvPr>
          <p:cNvSpPr txBox="1"/>
          <p:nvPr/>
        </p:nvSpPr>
        <p:spPr>
          <a:xfrm>
            <a:off x="9398473" y="2747624"/>
            <a:ext cx="4001250" cy="1037469"/>
          </a:xfrm>
          <a:prstGeom prst="rect">
            <a:avLst/>
          </a:prstGeom>
          <a:solidFill>
            <a:srgbClr val="F7DCA7"/>
          </a:solidFill>
          <a:ln>
            <a:noFill/>
          </a:ln>
        </p:spPr>
        <p:txBody>
          <a:bodyPr spcFirstLastPara="1" wrap="square" lIns="49615" tIns="49615" rIns="49615" bIns="49615" anchor="ctr" anchorCtr="0">
            <a:noAutofit/>
          </a:bodyPr>
          <a:lstStyle/>
          <a:p>
            <a:pPr>
              <a:spcBef>
                <a:spcPts val="153"/>
              </a:spcBef>
            </a:pPr>
            <a:endParaRPr sz="1222" b="1">
              <a:solidFill>
                <a:srgbClr val="4C4C4C"/>
              </a:solidFill>
            </a:endParaRPr>
          </a:p>
        </p:txBody>
      </p:sp>
      <p:sp>
        <p:nvSpPr>
          <p:cNvPr id="221" name="Google Shape;221;p18">
            <a:extLst>
              <a:ext uri="{FF2B5EF4-FFF2-40B4-BE49-F238E27FC236}">
                <a16:creationId xmlns:a16="http://schemas.microsoft.com/office/drawing/2014/main" id="{31E64EFF-D7B9-76D2-5D2C-07818777D302}"/>
              </a:ext>
            </a:extLst>
          </p:cNvPr>
          <p:cNvSpPr txBox="1"/>
          <p:nvPr/>
        </p:nvSpPr>
        <p:spPr>
          <a:xfrm>
            <a:off x="274320" y="1350264"/>
            <a:ext cx="1303481" cy="51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About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2" name="Google Shape;222;p18">
            <a:extLst>
              <a:ext uri="{FF2B5EF4-FFF2-40B4-BE49-F238E27FC236}">
                <a16:creationId xmlns:a16="http://schemas.microsoft.com/office/drawing/2014/main" id="{3A8164A0-BFCB-2FD8-719D-6AF7ECEB8B22}"/>
              </a:ext>
            </a:extLst>
          </p:cNvPr>
          <p:cNvSpPr txBox="1"/>
          <p:nvPr/>
        </p:nvSpPr>
        <p:spPr>
          <a:xfrm>
            <a:off x="4293309" y="1349851"/>
            <a:ext cx="3525958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Comment Sentiment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3" name="Google Shape;223;p18">
            <a:extLst>
              <a:ext uri="{FF2B5EF4-FFF2-40B4-BE49-F238E27FC236}">
                <a16:creationId xmlns:a16="http://schemas.microsoft.com/office/drawing/2014/main" id="{0BCB5E6E-18BD-027E-6CF0-A0559A98EBC1}"/>
              </a:ext>
            </a:extLst>
          </p:cNvPr>
          <p:cNvSpPr txBox="1"/>
          <p:nvPr/>
        </p:nvSpPr>
        <p:spPr>
          <a:xfrm>
            <a:off x="9319813" y="3735776"/>
            <a:ext cx="3202999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Engagement Metrics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E008AD1E-09E2-01CE-2BA3-4B2A27652F7E}"/>
              </a:ext>
            </a:extLst>
          </p:cNvPr>
          <p:cNvSpPr txBox="1"/>
          <p:nvPr/>
        </p:nvSpPr>
        <p:spPr>
          <a:xfrm>
            <a:off x="274320" y="2924978"/>
            <a:ext cx="3461898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Config Setup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5" name="Google Shape;225;p18">
            <a:extLst>
              <a:ext uri="{FF2B5EF4-FFF2-40B4-BE49-F238E27FC236}">
                <a16:creationId xmlns:a16="http://schemas.microsoft.com/office/drawing/2014/main" id="{868B08B6-B6AF-D740-8E8B-805C990DE0B6}"/>
              </a:ext>
            </a:extLst>
          </p:cNvPr>
          <p:cNvSpPr txBox="1"/>
          <p:nvPr/>
        </p:nvSpPr>
        <p:spPr>
          <a:xfrm>
            <a:off x="9317736" y="1349851"/>
            <a:ext cx="3525958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 lvl="1">
              <a:lnSpc>
                <a:spcPct val="80000"/>
              </a:lnSpc>
            </a:pPr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Related Vignettes</a:t>
            </a:r>
            <a:endParaRPr sz="2500" dirty="0">
              <a:solidFill>
                <a:srgbClr val="59595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6" name="Google Shape;226;p18">
            <a:extLst>
              <a:ext uri="{FF2B5EF4-FFF2-40B4-BE49-F238E27FC236}">
                <a16:creationId xmlns:a16="http://schemas.microsoft.com/office/drawing/2014/main" id="{42AADD63-DDA3-D4B4-5C37-74E86F33C492}"/>
              </a:ext>
            </a:extLst>
          </p:cNvPr>
          <p:cNvSpPr txBox="1"/>
          <p:nvPr/>
        </p:nvSpPr>
        <p:spPr>
          <a:xfrm>
            <a:off x="9419498" y="2820368"/>
            <a:ext cx="3795917" cy="92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4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1. download_github_events.Rmd</a:t>
            </a:r>
            <a:endParaRPr sz="1400" b="1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4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2. download_github_pull_requests.Rmd</a:t>
            </a:r>
            <a:endParaRPr sz="1400" b="1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4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3. sentiment_analysis.Rmd</a:t>
            </a:r>
            <a:endParaRPr sz="1400" b="1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7" name="Google Shape;227;p18">
            <a:extLst>
              <a:ext uri="{FF2B5EF4-FFF2-40B4-BE49-F238E27FC236}">
                <a16:creationId xmlns:a16="http://schemas.microsoft.com/office/drawing/2014/main" id="{312D8081-3435-5E6A-7284-E81CF41E7030}"/>
              </a:ext>
            </a:extLst>
          </p:cNvPr>
          <p:cNvSpPr txBox="1"/>
          <p:nvPr/>
        </p:nvSpPr>
        <p:spPr>
          <a:xfrm>
            <a:off x="9324372" y="1826396"/>
            <a:ext cx="3825854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See supplementary notebooks that go in-depth on downloading and parsing communication data and conducting the full sentiment analysis workflow.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8" name="Google Shape;228;p18">
            <a:extLst>
              <a:ext uri="{FF2B5EF4-FFF2-40B4-BE49-F238E27FC236}">
                <a16:creationId xmlns:a16="http://schemas.microsoft.com/office/drawing/2014/main" id="{60CC3179-20FF-4381-B9D2-C2E457D71559}"/>
              </a:ext>
            </a:extLst>
          </p:cNvPr>
          <p:cNvSpPr txBox="1"/>
          <p:nvPr/>
        </p:nvSpPr>
        <p:spPr>
          <a:xfrm>
            <a:off x="253301" y="1727185"/>
            <a:ext cx="4092520" cy="1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-US" sz="1200" dirty="0" err="1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provides support for the download of comment data from multiple sources e.g. GitHub, Jira, and mailing lists  (see refresher-</a:t>
            </a:r>
            <a:r>
              <a:rPr lang="en-US" sz="1200" dirty="0" err="1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cheatsheet.pdf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). This </a:t>
            </a:r>
            <a:r>
              <a:rPr lang="en-US" sz="1200" dirty="0" err="1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cheatsheet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covers how to add sentiment labels to each comment by using machine learning classifiers for sentiment analysis.</a:t>
            </a:r>
          </a:p>
        </p:txBody>
      </p:sp>
      <p:sp>
        <p:nvSpPr>
          <p:cNvPr id="229" name="Google Shape;229;p18">
            <a:extLst>
              <a:ext uri="{FF2B5EF4-FFF2-40B4-BE49-F238E27FC236}">
                <a16:creationId xmlns:a16="http://schemas.microsoft.com/office/drawing/2014/main" id="{3F7AA3B3-1EDA-7CF0-12EC-345A7F84A588}"/>
              </a:ext>
            </a:extLst>
          </p:cNvPr>
          <p:cNvSpPr txBox="1"/>
          <p:nvPr/>
        </p:nvSpPr>
        <p:spPr>
          <a:xfrm>
            <a:off x="287688" y="3347227"/>
            <a:ext cx="3813792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Before running a vignette, you must set up your project configuration file (examples in conf/) to specify the paths to download the data.</a:t>
            </a:r>
            <a:endParaRPr sz="12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0" name="Google Shape;230;p18">
            <a:extLst>
              <a:ext uri="{FF2B5EF4-FFF2-40B4-BE49-F238E27FC236}">
                <a16:creationId xmlns:a16="http://schemas.microsoft.com/office/drawing/2014/main" id="{9DB364D9-7D40-E8B6-489E-C27E82C36F87}"/>
              </a:ext>
            </a:extLst>
          </p:cNvPr>
          <p:cNvSpPr txBox="1"/>
          <p:nvPr/>
        </p:nvSpPr>
        <p:spPr>
          <a:xfrm>
            <a:off x="4270400" y="1833020"/>
            <a:ext cx="4765944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Kaiaulu’s sentiment_analysis.Rmd interfaces with a family of sentiment classifier models. The classifier leverages comment data (1) obtainable by Kaiaulu downloaders.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1" name="Google Shape;231;p18">
            <a:extLst>
              <a:ext uri="{FF2B5EF4-FFF2-40B4-BE49-F238E27FC236}">
                <a16:creationId xmlns:a16="http://schemas.microsoft.com/office/drawing/2014/main" id="{38F426C3-0C87-2259-EE8A-5C096AD870B1}"/>
              </a:ext>
            </a:extLst>
          </p:cNvPr>
          <p:cNvSpPr txBox="1"/>
          <p:nvPr/>
        </p:nvSpPr>
        <p:spPr>
          <a:xfrm>
            <a:off x="4315289" y="7894730"/>
            <a:ext cx="5498559" cy="212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 passes comments (</a:t>
            </a:r>
            <a:r>
              <a:rPr lang="en" sz="1200" dirty="0">
                <a:solidFill>
                  <a:srgbClr val="E066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) to the sentiment classifier using pysenti_predict() (2). The tools.yml path for the sentiment classifier follows 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same pattern as the other third-party tools.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sentiment classifier labels each comment as </a:t>
            </a:r>
            <a:r>
              <a:rPr lang="en" sz="1200" dirty="0">
                <a:solidFill>
                  <a:srgbClr val="93C47D"/>
                </a:solidFill>
                <a:latin typeface="Source Sans 3"/>
                <a:ea typeface="Source Sans 3"/>
                <a:cs typeface="Source Sans 3"/>
                <a:sym typeface="Source Sans 3"/>
              </a:rPr>
              <a:t>positive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        ), </a:t>
            </a:r>
            <a:r>
              <a:rPr lang="en" sz="1200" dirty="0">
                <a:solidFill>
                  <a:srgbClr val="E06666"/>
                </a:solidFill>
                <a:latin typeface="Source Sans 3"/>
                <a:ea typeface="Source Sans 3"/>
                <a:cs typeface="Source Sans 3"/>
                <a:sym typeface="Source Sans 3"/>
              </a:rPr>
              <a:t>negative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</a:t>
            </a:r>
            <a:r>
              <a:rPr lang="en" sz="1200" dirty="0">
                <a:solidFill>
                  <a:srgbClr val="E066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), or </a:t>
            </a:r>
            <a:r>
              <a:rPr lang="en" sz="1200" dirty="0">
                <a:solidFill>
                  <a:schemeClr val="tx2">
                    <a:lumMod val="50000"/>
                  </a:schemeClr>
                </a:solidFill>
                <a:latin typeface="Source Sans 3"/>
                <a:ea typeface="Source Sans 3"/>
                <a:cs typeface="Source Sans 3"/>
                <a:sym typeface="Source Sans 3"/>
              </a:rPr>
              <a:t>neutral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(        ) using machine learning models (3) and returns</a:t>
            </a:r>
            <a:r>
              <a:rPr lang="en" sz="1200" baseline="300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that label (4) to Kaiaulu.</a:t>
            </a:r>
          </a:p>
          <a:p>
            <a:endParaRPr lang="en"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sentiment labels can also be used as a measure of </a:t>
            </a:r>
            <a:r>
              <a:rPr lang="en" sz="12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emotional engagement.</a:t>
            </a:r>
            <a:endParaRPr sz="12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2" name="Google Shape;232;p18">
            <a:extLst>
              <a:ext uri="{FF2B5EF4-FFF2-40B4-BE49-F238E27FC236}">
                <a16:creationId xmlns:a16="http://schemas.microsoft.com/office/drawing/2014/main" id="{D437CB19-E18B-73E0-3BB7-D30DA2E122D7}"/>
              </a:ext>
            </a:extLst>
          </p:cNvPr>
          <p:cNvSpPr txBox="1"/>
          <p:nvPr/>
        </p:nvSpPr>
        <p:spPr>
          <a:xfrm>
            <a:off x="9352482" y="4252478"/>
            <a:ext cx="4674907" cy="1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 supports time-series analysis of developer comments across all sources via various engagement metrics. For two of them, developer’s comments and sentiments are grouped respectively by time step within a moving window to form a time series of engagement. 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3" name="Google Shape;233;p18">
            <a:extLst>
              <a:ext uri="{FF2B5EF4-FFF2-40B4-BE49-F238E27FC236}">
                <a16:creationId xmlns:a16="http://schemas.microsoft.com/office/drawing/2014/main" id="{FDD0A973-F074-6D3A-3CB6-E0B632F22C75}"/>
              </a:ext>
            </a:extLst>
          </p:cNvPr>
          <p:cNvSpPr txBox="1"/>
          <p:nvPr/>
        </p:nvSpPr>
        <p:spPr>
          <a:xfrm>
            <a:off x="84707" y="244972"/>
            <a:ext cx="8869823" cy="87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" sz="4800" dirty="0">
                <a:solidFill>
                  <a:srgbClr val="585858"/>
                </a:solidFill>
                <a:latin typeface="Source Sans 3 Light" panose="020B0303030403020204" pitchFamily="34" charset="0"/>
                <a:ea typeface="Source Sans Pro" panose="020B0503030403020204" pitchFamily="34" charset="0"/>
                <a:cs typeface="Source Sans 3"/>
                <a:sym typeface="Source Sans 3"/>
              </a:rPr>
              <a:t>Sentiment Classifier </a:t>
            </a:r>
            <a:r>
              <a:rPr lang="en" sz="4800" dirty="0">
                <a:solidFill>
                  <a:srgbClr val="585858"/>
                </a:solidFill>
                <a:latin typeface="Source Sans 3 Light" panose="020B0303030403020204" pitchFamily="34" charset="0"/>
                <a:ea typeface="Source Sans 3"/>
                <a:cs typeface="Source Sans 3"/>
                <a:sym typeface="Source Sans 3"/>
              </a:rPr>
              <a:t>: :</a:t>
            </a:r>
            <a:r>
              <a:rPr lang="en" sz="3514" dirty="0">
                <a:solidFill>
                  <a:srgbClr val="585858"/>
                </a:solidFill>
                <a:latin typeface="Source Sans 3 Light" panose="020B0303030403020204" pitchFamily="34" charset="0"/>
                <a:ea typeface="Source Sans 3"/>
                <a:cs typeface="Source Sans 3"/>
                <a:sym typeface="Source Sans 3"/>
              </a:rPr>
              <a:t> </a:t>
            </a:r>
            <a:r>
              <a:rPr lang="en" sz="3300" b="1" dirty="0">
                <a:solidFill>
                  <a:srgbClr val="585858"/>
                </a:solidFill>
                <a:latin typeface="Source Sans 3 SemiBold" panose="020B0303030403020204" pitchFamily="34" charset="0"/>
                <a:ea typeface="Source Sans 3"/>
                <a:cs typeface="Source Sans 3"/>
                <a:sym typeface="Source Sans 3"/>
              </a:rPr>
              <a:t>CHEAT SHEET</a:t>
            </a:r>
            <a:endParaRPr sz="3300" b="1" dirty="0">
              <a:solidFill>
                <a:srgbClr val="585858"/>
              </a:solidFill>
              <a:latin typeface="Source Sans 3 SemiBold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234" name="Google Shape;234;p18">
            <a:extLst>
              <a:ext uri="{FF2B5EF4-FFF2-40B4-BE49-F238E27FC236}">
                <a16:creationId xmlns:a16="http://schemas.microsoft.com/office/drawing/2014/main" id="{A1C5A158-7B6D-3206-2523-0B61BB0FA7A6}"/>
              </a:ext>
            </a:extLst>
          </p:cNvPr>
          <p:cNvCxnSpPr/>
          <p:nvPr/>
        </p:nvCxnSpPr>
        <p:spPr>
          <a:xfrm>
            <a:off x="2225439" y="10493760"/>
            <a:ext cx="11481250" cy="9167"/>
          </a:xfrm>
          <a:prstGeom prst="straightConnector1">
            <a:avLst/>
          </a:prstGeom>
          <a:noFill/>
          <a:ln w="7550" cap="flat" cmpd="sng">
            <a:solidFill>
              <a:srgbClr val="E4E4E3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35" name="Google Shape;235;p18">
            <a:extLst>
              <a:ext uri="{FF2B5EF4-FFF2-40B4-BE49-F238E27FC236}">
                <a16:creationId xmlns:a16="http://schemas.microsoft.com/office/drawing/2014/main" id="{C6B16F93-BDF7-5FE1-7DA9-BA7CB6E63F54}"/>
              </a:ext>
            </a:extLst>
          </p:cNvPr>
          <p:cNvSpPr/>
          <p:nvPr/>
        </p:nvSpPr>
        <p:spPr>
          <a:xfrm>
            <a:off x="404387" y="4105071"/>
            <a:ext cx="3566750" cy="378055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4E4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36" name="Google Shape;236;p18">
            <a:extLst>
              <a:ext uri="{FF2B5EF4-FFF2-40B4-BE49-F238E27FC236}">
                <a16:creationId xmlns:a16="http://schemas.microsoft.com/office/drawing/2014/main" id="{1DDE476D-F5CA-25E1-14A5-29AB677ED248}"/>
              </a:ext>
            </a:extLst>
          </p:cNvPr>
          <p:cNvSpPr/>
          <p:nvPr/>
        </p:nvSpPr>
        <p:spPr>
          <a:xfrm>
            <a:off x="163119" y="10330907"/>
            <a:ext cx="2306727" cy="384542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407AAA"/>
              </a:buClr>
              <a:buSzPts val="1400"/>
            </a:pPr>
            <a:r>
              <a:rPr lang="en" sz="2400" b="1" dirty="0"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Kaiāulu</a:t>
            </a:r>
            <a:endParaRPr sz="2400" b="1" dirty="0">
              <a:solidFill>
                <a:srgbClr val="4C4C4C"/>
              </a:solidFill>
            </a:endParaRPr>
          </a:p>
        </p:txBody>
      </p:sp>
      <p:sp>
        <p:nvSpPr>
          <p:cNvPr id="237" name="Google Shape;237;p18">
            <a:extLst>
              <a:ext uri="{FF2B5EF4-FFF2-40B4-BE49-F238E27FC236}">
                <a16:creationId xmlns:a16="http://schemas.microsoft.com/office/drawing/2014/main" id="{9F16129D-974D-D02B-EA33-07AA7011BDE2}"/>
              </a:ext>
            </a:extLst>
          </p:cNvPr>
          <p:cNvSpPr txBox="1"/>
          <p:nvPr/>
        </p:nvSpPr>
        <p:spPr>
          <a:xfrm>
            <a:off x="6559733" y="10369856"/>
            <a:ext cx="7343934" cy="49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306"/>
              </a:spcBef>
            </a:pPr>
            <a:r>
              <a:rPr lang="en" sz="1000" u="sng" dirty="0">
                <a:solidFill>
                  <a:schemeClr val="bg2"/>
                </a:solidFill>
                <a:latin typeface="Source Sans 3"/>
                <a:ea typeface="Source Sans 3"/>
                <a:cs typeface="Source Sans 3"/>
                <a:sym typeface="Source Sans 3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" sz="1000" dirty="0">
                <a:solidFill>
                  <a:schemeClr val="bg2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00" dirty="0">
                <a:solidFill>
                  <a:schemeClr val="bg2"/>
                </a:solidFill>
                <a:latin typeface="Source Sans 3"/>
                <a:ea typeface="Source Sans 3"/>
                <a:cs typeface="Source Sans 3"/>
                <a:sym typeface="Source Sans 3"/>
              </a:rPr>
              <a:t>Adam Graham, Samantha Limon, Carlos Paradis • Kaiaulu package version 0.0.0.9700 (in development) •  Updated: 2026-4</a:t>
            </a:r>
            <a:endParaRPr sz="1000" dirty="0">
              <a:solidFill>
                <a:schemeClr val="bg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8" name="Google Shape;238;p18">
            <a:extLst>
              <a:ext uri="{FF2B5EF4-FFF2-40B4-BE49-F238E27FC236}">
                <a16:creationId xmlns:a16="http://schemas.microsoft.com/office/drawing/2014/main" id="{9B1615CA-6B20-61F0-7477-94F5E234065E}"/>
              </a:ext>
            </a:extLst>
          </p:cNvPr>
          <p:cNvSpPr txBox="1"/>
          <p:nvPr/>
        </p:nvSpPr>
        <p:spPr>
          <a:xfrm>
            <a:off x="411063" y="4240338"/>
            <a:ext cx="3373792" cy="36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issue_tracker: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github: 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project_key_1: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owner: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repo: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issue_or_pr_comment: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issue_event: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commit: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commit_comments: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pr_comments: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jira:</a:t>
            </a: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project_key_1:</a:t>
            </a: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issue_comments: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m</a:t>
            </a: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ailing_list: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mod_mbox: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project_key_1: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pipermail: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project_key_1:</a:t>
            </a:r>
          </a:p>
          <a:p>
            <a:endParaRPr lang="en"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</a:t>
            </a:r>
          </a:p>
        </p:txBody>
      </p:sp>
      <p:sp>
        <p:nvSpPr>
          <p:cNvPr id="239" name="Google Shape;239;p18">
            <a:extLst>
              <a:ext uri="{FF2B5EF4-FFF2-40B4-BE49-F238E27FC236}">
                <a16:creationId xmlns:a16="http://schemas.microsoft.com/office/drawing/2014/main" id="{2F6C7C27-18F3-8E62-2146-D33D0328D682}"/>
              </a:ext>
            </a:extLst>
          </p:cNvPr>
          <p:cNvSpPr txBox="1"/>
          <p:nvPr/>
        </p:nvSpPr>
        <p:spPr>
          <a:xfrm>
            <a:off x="1035666" y="3988327"/>
            <a:ext cx="2205042" cy="52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algn="ctr"/>
            <a:r>
              <a:rPr lang="en" sz="16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Required Fields</a:t>
            </a:r>
            <a:endParaRPr sz="16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0" name="Google Shape;240;p18">
            <a:extLst>
              <a:ext uri="{FF2B5EF4-FFF2-40B4-BE49-F238E27FC236}">
                <a16:creationId xmlns:a16="http://schemas.microsoft.com/office/drawing/2014/main" id="{2DAD3283-8A87-1182-8FA7-8E684AECF78A}"/>
              </a:ext>
            </a:extLst>
          </p:cNvPr>
          <p:cNvSpPr txBox="1"/>
          <p:nvPr/>
        </p:nvSpPr>
        <p:spPr>
          <a:xfrm>
            <a:off x="190069" y="7956567"/>
            <a:ext cx="4170519" cy="651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 should also specify the required external tools in tools.yml: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1" name="Google Shape;241;p18">
            <a:extLst>
              <a:ext uri="{FF2B5EF4-FFF2-40B4-BE49-F238E27FC236}">
                <a16:creationId xmlns:a16="http://schemas.microsoft.com/office/drawing/2014/main" id="{D7B54ED7-4D8D-C4AF-AF71-7B4712CD8881}"/>
              </a:ext>
            </a:extLst>
          </p:cNvPr>
          <p:cNvSpPr/>
          <p:nvPr/>
        </p:nvSpPr>
        <p:spPr>
          <a:xfrm>
            <a:off x="366097" y="9052442"/>
            <a:ext cx="3599079" cy="101971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4E4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42" name="Google Shape;242;p18">
            <a:extLst>
              <a:ext uri="{FF2B5EF4-FFF2-40B4-BE49-F238E27FC236}">
                <a16:creationId xmlns:a16="http://schemas.microsoft.com/office/drawing/2014/main" id="{F0534D39-7DDD-09CB-944E-0F1BE8BC9396}"/>
              </a:ext>
            </a:extLst>
          </p:cNvPr>
          <p:cNvSpPr txBox="1"/>
          <p:nvPr/>
        </p:nvSpPr>
        <p:spPr>
          <a:xfrm>
            <a:off x="0" y="9247241"/>
            <a:ext cx="4846757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marL="557393" indent="-285750">
              <a:buClr>
                <a:schemeClr val="dk2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pysenti:</a:t>
            </a:r>
          </a:p>
          <a:p>
            <a:pPr marL="271643">
              <a:buClr>
                <a:schemeClr val="dk2"/>
              </a:buClr>
              <a:buSzPct val="100000"/>
            </a:pPr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</a:t>
            </a:r>
            <a:r>
              <a:rPr lang="fr-FR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..\..\sentiment_classifier\exec\train_or_predict.py </a:t>
            </a:r>
          </a:p>
          <a:p>
            <a:pPr marL="557393" indent="-285750">
              <a:buClr>
                <a:schemeClr val="dk2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perceval: </a:t>
            </a:r>
            <a:endParaRPr sz="12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3" name="Google Shape;243;p18">
            <a:extLst>
              <a:ext uri="{FF2B5EF4-FFF2-40B4-BE49-F238E27FC236}">
                <a16:creationId xmlns:a16="http://schemas.microsoft.com/office/drawing/2014/main" id="{EEB05D1A-12AF-9AC2-D38C-92CE2B25EF9A}"/>
              </a:ext>
            </a:extLst>
          </p:cNvPr>
          <p:cNvSpPr txBox="1"/>
          <p:nvPr/>
        </p:nvSpPr>
        <p:spPr>
          <a:xfrm>
            <a:off x="274320" y="8509492"/>
            <a:ext cx="3702543" cy="66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Tools Config Setup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4" name="Google Shape;244;p18">
            <a:extLst>
              <a:ext uri="{FF2B5EF4-FFF2-40B4-BE49-F238E27FC236}">
                <a16:creationId xmlns:a16="http://schemas.microsoft.com/office/drawing/2014/main" id="{DCC8BFCE-6427-9E92-E8CF-4E56D5D57281}"/>
              </a:ext>
            </a:extLst>
          </p:cNvPr>
          <p:cNvSpPr txBox="1"/>
          <p:nvPr/>
        </p:nvSpPr>
        <p:spPr>
          <a:xfrm>
            <a:off x="1196058" y="8973991"/>
            <a:ext cx="1801990" cy="52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algn="ctr"/>
            <a:r>
              <a:rPr lang="en" sz="16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Required Fields</a:t>
            </a:r>
            <a:endParaRPr sz="1600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4" name="Google Shape;324;p18">
            <a:extLst>
              <a:ext uri="{FF2B5EF4-FFF2-40B4-BE49-F238E27FC236}">
                <a16:creationId xmlns:a16="http://schemas.microsoft.com/office/drawing/2014/main" id="{5322A7A4-F27E-4DF5-4546-2E7C20A90823}"/>
              </a:ext>
            </a:extLst>
          </p:cNvPr>
          <p:cNvSpPr/>
          <p:nvPr/>
        </p:nvSpPr>
        <p:spPr>
          <a:xfrm>
            <a:off x="4317379" y="3811087"/>
            <a:ext cx="678035" cy="3387142"/>
          </a:xfrm>
          <a:prstGeom prst="rect">
            <a:avLst/>
          </a:prstGeom>
          <a:noFill/>
          <a:ln w="8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9816" tIns="119816" rIns="119816" bIns="119816" anchor="ctr" anchorCtr="0">
            <a:noAutofit/>
          </a:bodyPr>
          <a:lstStyle/>
          <a:p>
            <a:pPr algn="ctr"/>
            <a:endParaRPr sz="1835"/>
          </a:p>
        </p:txBody>
      </p:sp>
      <p:sp>
        <p:nvSpPr>
          <p:cNvPr id="325" name="Google Shape;325;p18">
            <a:extLst>
              <a:ext uri="{FF2B5EF4-FFF2-40B4-BE49-F238E27FC236}">
                <a16:creationId xmlns:a16="http://schemas.microsoft.com/office/drawing/2014/main" id="{19B4817A-ECDF-9826-59BA-644D3E5BCAC6}"/>
              </a:ext>
            </a:extLst>
          </p:cNvPr>
          <p:cNvSpPr txBox="1"/>
          <p:nvPr/>
        </p:nvSpPr>
        <p:spPr>
          <a:xfrm>
            <a:off x="4182474" y="3529454"/>
            <a:ext cx="1016224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Comments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6" name="Google Shape;326;p18">
            <a:extLst>
              <a:ext uri="{FF2B5EF4-FFF2-40B4-BE49-F238E27FC236}">
                <a16:creationId xmlns:a16="http://schemas.microsoft.com/office/drawing/2014/main" id="{B7B7D331-336D-A75E-2C1A-A32FA64F7BB6}"/>
              </a:ext>
            </a:extLst>
          </p:cNvPr>
          <p:cNvSpPr/>
          <p:nvPr/>
        </p:nvSpPr>
        <p:spPr>
          <a:xfrm>
            <a:off x="4194019" y="3252136"/>
            <a:ext cx="5130353" cy="424999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327" name="Google Shape;327;p18">
            <a:extLst>
              <a:ext uri="{FF2B5EF4-FFF2-40B4-BE49-F238E27FC236}">
                <a16:creationId xmlns:a16="http://schemas.microsoft.com/office/drawing/2014/main" id="{21796620-378C-776A-B1AB-5699F313D3B4}"/>
              </a:ext>
            </a:extLst>
          </p:cNvPr>
          <p:cNvSpPr/>
          <p:nvPr/>
        </p:nvSpPr>
        <p:spPr>
          <a:xfrm>
            <a:off x="5354454" y="4763362"/>
            <a:ext cx="1008333" cy="824083"/>
          </a:xfrm>
          <a:prstGeom prst="rect">
            <a:avLst/>
          </a:prstGeom>
          <a:noFill/>
          <a:ln w="8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9816" tIns="119816" rIns="119816" bIns="119816" anchor="ctr" anchorCtr="0">
            <a:noAutofit/>
          </a:bodyPr>
          <a:lstStyle/>
          <a:p>
            <a:pPr algn="ctr"/>
            <a:endParaRPr sz="1835"/>
          </a:p>
        </p:txBody>
      </p:sp>
      <p:sp>
        <p:nvSpPr>
          <p:cNvPr id="328" name="Google Shape;328;p18">
            <a:extLst>
              <a:ext uri="{FF2B5EF4-FFF2-40B4-BE49-F238E27FC236}">
                <a16:creationId xmlns:a16="http://schemas.microsoft.com/office/drawing/2014/main" id="{1E8B5BF2-8139-1353-9570-B4E32B4CAD0B}"/>
              </a:ext>
            </a:extLst>
          </p:cNvPr>
          <p:cNvSpPr txBox="1"/>
          <p:nvPr/>
        </p:nvSpPr>
        <p:spPr>
          <a:xfrm>
            <a:off x="5296279" y="4760563"/>
            <a:ext cx="1160964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sailuh/kaiaulu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29" name="Google Shape;329;p18">
            <a:extLst>
              <a:ext uri="{FF2B5EF4-FFF2-40B4-BE49-F238E27FC236}">
                <a16:creationId xmlns:a16="http://schemas.microsoft.com/office/drawing/2014/main" id="{A1194851-6D13-2E62-F107-C71A57B47CDE}"/>
              </a:ext>
            </a:extLst>
          </p:cNvPr>
          <p:cNvCxnSpPr>
            <a:cxnSpLocks/>
          </p:cNvCxnSpPr>
          <p:nvPr/>
        </p:nvCxnSpPr>
        <p:spPr>
          <a:xfrm>
            <a:off x="5952575" y="5592096"/>
            <a:ext cx="0" cy="722646"/>
          </a:xfrm>
          <a:prstGeom prst="straightConnector1">
            <a:avLst/>
          </a:prstGeom>
          <a:noFill/>
          <a:ln w="8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0" name="Google Shape;330;p18">
            <a:extLst>
              <a:ext uri="{FF2B5EF4-FFF2-40B4-BE49-F238E27FC236}">
                <a16:creationId xmlns:a16="http://schemas.microsoft.com/office/drawing/2014/main" id="{AA816F21-6D3A-9E99-55E5-0583DD1ECC53}"/>
              </a:ext>
            </a:extLst>
          </p:cNvPr>
          <p:cNvSpPr txBox="1"/>
          <p:nvPr/>
        </p:nvSpPr>
        <p:spPr>
          <a:xfrm>
            <a:off x="5033888" y="6240716"/>
            <a:ext cx="1929855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engagement_sentiment()</a:t>
            </a:r>
            <a:endParaRPr sz="12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1" name="Google Shape;331;p18">
            <a:extLst>
              <a:ext uri="{FF2B5EF4-FFF2-40B4-BE49-F238E27FC236}">
                <a16:creationId xmlns:a16="http://schemas.microsoft.com/office/drawing/2014/main" id="{8D9FB723-5D1D-6EDF-D2FB-F203561D5C7F}"/>
              </a:ext>
            </a:extLst>
          </p:cNvPr>
          <p:cNvSpPr/>
          <p:nvPr/>
        </p:nvSpPr>
        <p:spPr>
          <a:xfrm>
            <a:off x="7515948" y="4775173"/>
            <a:ext cx="1769547" cy="846542"/>
          </a:xfrm>
          <a:prstGeom prst="rect">
            <a:avLst/>
          </a:prstGeom>
          <a:noFill/>
          <a:ln w="8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0389" tIns="120389" rIns="120389" bIns="120389" anchor="ctr" anchorCtr="0">
            <a:noAutofit/>
          </a:bodyPr>
          <a:lstStyle/>
          <a:p>
            <a:pPr algn="ctr"/>
            <a:endParaRPr sz="1844"/>
          </a:p>
        </p:txBody>
      </p:sp>
      <p:sp>
        <p:nvSpPr>
          <p:cNvPr id="332" name="Google Shape;332;p18">
            <a:extLst>
              <a:ext uri="{FF2B5EF4-FFF2-40B4-BE49-F238E27FC236}">
                <a16:creationId xmlns:a16="http://schemas.microsoft.com/office/drawing/2014/main" id="{A393435B-7925-2CF9-25C3-B5DC33364087}"/>
              </a:ext>
            </a:extLst>
          </p:cNvPr>
          <p:cNvSpPr txBox="1"/>
          <p:nvPr/>
        </p:nvSpPr>
        <p:spPr>
          <a:xfrm>
            <a:off x="7418473" y="4760563"/>
            <a:ext cx="2000373" cy="42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389" tIns="120389" rIns="120389" bIns="120389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sailuh/sentiment_classifier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33" name="Google Shape;333;p18">
            <a:extLst>
              <a:ext uri="{FF2B5EF4-FFF2-40B4-BE49-F238E27FC236}">
                <a16:creationId xmlns:a16="http://schemas.microsoft.com/office/drawing/2014/main" id="{3F71910C-F125-CA4B-BAD6-36060544B336}"/>
              </a:ext>
            </a:extLst>
          </p:cNvPr>
          <p:cNvCxnSpPr/>
          <p:nvPr/>
        </p:nvCxnSpPr>
        <p:spPr>
          <a:xfrm rot="10800000" flipH="1">
            <a:off x="6492442" y="5143335"/>
            <a:ext cx="966625" cy="13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18">
            <a:extLst>
              <a:ext uri="{FF2B5EF4-FFF2-40B4-BE49-F238E27FC236}">
                <a16:creationId xmlns:a16="http://schemas.microsoft.com/office/drawing/2014/main" id="{8651D400-6C37-A164-CB04-AD310A5CD0F3}"/>
              </a:ext>
            </a:extLst>
          </p:cNvPr>
          <p:cNvCxnSpPr/>
          <p:nvPr/>
        </p:nvCxnSpPr>
        <p:spPr>
          <a:xfrm rot="10800000">
            <a:off x="6476284" y="5379894"/>
            <a:ext cx="966625" cy="13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5" name="Google Shape;335;p18">
            <a:extLst>
              <a:ext uri="{FF2B5EF4-FFF2-40B4-BE49-F238E27FC236}">
                <a16:creationId xmlns:a16="http://schemas.microsoft.com/office/drawing/2014/main" id="{63541B82-28FF-8C39-6A4A-519A3653257D}"/>
              </a:ext>
            </a:extLst>
          </p:cNvPr>
          <p:cNvSpPr txBox="1"/>
          <p:nvPr/>
        </p:nvSpPr>
        <p:spPr>
          <a:xfrm>
            <a:off x="6727292" y="5490832"/>
            <a:ext cx="645652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label</a:t>
            </a:r>
            <a:endParaRPr sz="120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7" name="Google Shape;337;p18">
            <a:extLst>
              <a:ext uri="{FF2B5EF4-FFF2-40B4-BE49-F238E27FC236}">
                <a16:creationId xmlns:a16="http://schemas.microsoft.com/office/drawing/2014/main" id="{65974765-C3D8-DC3E-7D43-48BE860AE22B}"/>
              </a:ext>
            </a:extLst>
          </p:cNvPr>
          <p:cNvSpPr txBox="1"/>
          <p:nvPr/>
        </p:nvSpPr>
        <p:spPr>
          <a:xfrm>
            <a:off x="6277667" y="4670030"/>
            <a:ext cx="1331930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pysenti_predict()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2" name="Google Shape;342;p18">
            <a:extLst>
              <a:ext uri="{FF2B5EF4-FFF2-40B4-BE49-F238E27FC236}">
                <a16:creationId xmlns:a16="http://schemas.microsoft.com/office/drawing/2014/main" id="{DC28133A-639B-19AA-16AC-64C63E9EC678}"/>
              </a:ext>
            </a:extLst>
          </p:cNvPr>
          <p:cNvSpPr/>
          <p:nvPr/>
        </p:nvSpPr>
        <p:spPr>
          <a:xfrm>
            <a:off x="6544679" y="5809831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343" name="Google Shape;343;p18">
            <a:extLst>
              <a:ext uri="{FF2B5EF4-FFF2-40B4-BE49-F238E27FC236}">
                <a16:creationId xmlns:a16="http://schemas.microsoft.com/office/drawing/2014/main" id="{76967EAB-3C79-D80B-9FC1-D1350B0F0683}"/>
              </a:ext>
            </a:extLst>
          </p:cNvPr>
          <p:cNvSpPr txBox="1"/>
          <p:nvPr/>
        </p:nvSpPr>
        <p:spPr>
          <a:xfrm>
            <a:off x="4467992" y="3404779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(1)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4" name="Google Shape;344;p18">
            <a:extLst>
              <a:ext uri="{FF2B5EF4-FFF2-40B4-BE49-F238E27FC236}">
                <a16:creationId xmlns:a16="http://schemas.microsoft.com/office/drawing/2014/main" id="{9A28E161-8D1E-4767-567B-4F0BDA6FE823}"/>
              </a:ext>
            </a:extLst>
          </p:cNvPr>
          <p:cNvSpPr txBox="1"/>
          <p:nvPr/>
        </p:nvSpPr>
        <p:spPr>
          <a:xfrm>
            <a:off x="6754055" y="4841983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(2)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5" name="Google Shape;345;p18">
            <a:extLst>
              <a:ext uri="{FF2B5EF4-FFF2-40B4-BE49-F238E27FC236}">
                <a16:creationId xmlns:a16="http://schemas.microsoft.com/office/drawing/2014/main" id="{3428B935-8BD8-820D-B3CF-3E297E973099}"/>
              </a:ext>
            </a:extLst>
          </p:cNvPr>
          <p:cNvSpPr txBox="1"/>
          <p:nvPr/>
        </p:nvSpPr>
        <p:spPr>
          <a:xfrm>
            <a:off x="6786908" y="5306731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(4)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6" name="Google Shape;346;p18">
            <a:extLst>
              <a:ext uri="{FF2B5EF4-FFF2-40B4-BE49-F238E27FC236}">
                <a16:creationId xmlns:a16="http://schemas.microsoft.com/office/drawing/2014/main" id="{3F2DD0C9-6926-9226-658E-4CB377FFCB21}"/>
              </a:ext>
            </a:extLst>
          </p:cNvPr>
          <p:cNvSpPr txBox="1"/>
          <p:nvPr/>
        </p:nvSpPr>
        <p:spPr>
          <a:xfrm>
            <a:off x="8152696" y="4942760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(3)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7" name="Google Shape;347;p18">
            <a:extLst>
              <a:ext uri="{FF2B5EF4-FFF2-40B4-BE49-F238E27FC236}">
                <a16:creationId xmlns:a16="http://schemas.microsoft.com/office/drawing/2014/main" id="{24AC6BDF-7B08-EC4A-F2BB-A221FF3B1B13}"/>
              </a:ext>
            </a:extLst>
          </p:cNvPr>
          <p:cNvSpPr>
            <a:spLocks noChangeAspect="1"/>
          </p:cNvSpPr>
          <p:nvPr/>
        </p:nvSpPr>
        <p:spPr>
          <a:xfrm>
            <a:off x="7823901" y="5269175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349" name="Google Shape;349;p18">
            <a:extLst>
              <a:ext uri="{FF2B5EF4-FFF2-40B4-BE49-F238E27FC236}">
                <a16:creationId xmlns:a16="http://schemas.microsoft.com/office/drawing/2014/main" id="{B67CC23C-7820-2754-6977-29B7B746119B}"/>
              </a:ext>
            </a:extLst>
          </p:cNvPr>
          <p:cNvSpPr txBox="1"/>
          <p:nvPr/>
        </p:nvSpPr>
        <p:spPr>
          <a:xfrm>
            <a:off x="7737364" y="5219367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57" name="Google Shape;357;p18">
            <a:extLst>
              <a:ext uri="{FF2B5EF4-FFF2-40B4-BE49-F238E27FC236}">
                <a16:creationId xmlns:a16="http://schemas.microsoft.com/office/drawing/2014/main" id="{14353DC6-876C-B3FC-605E-D361B2046DC0}"/>
              </a:ext>
            </a:extLst>
          </p:cNvPr>
          <p:cNvCxnSpPr>
            <a:cxnSpLocks/>
            <a:stCxn id="327" idx="0"/>
          </p:cNvCxnSpPr>
          <p:nvPr/>
        </p:nvCxnSpPr>
        <p:spPr>
          <a:xfrm rot="5400000" flipH="1" flipV="1">
            <a:off x="7147220" y="3468807"/>
            <a:ext cx="5956" cy="2583154"/>
          </a:xfrm>
          <a:prstGeom prst="bentConnector3">
            <a:avLst>
              <a:gd name="adj1" fmla="val 393814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18">
            <a:extLst>
              <a:ext uri="{FF2B5EF4-FFF2-40B4-BE49-F238E27FC236}">
                <a16:creationId xmlns:a16="http://schemas.microsoft.com/office/drawing/2014/main" id="{1B45B08D-1675-CF51-4F4A-65142C4D8901}"/>
              </a:ext>
            </a:extLst>
          </p:cNvPr>
          <p:cNvSpPr txBox="1"/>
          <p:nvPr/>
        </p:nvSpPr>
        <p:spPr>
          <a:xfrm>
            <a:off x="6221193" y="4208052"/>
            <a:ext cx="1814639" cy="2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pysenti_train_model()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59" name="Google Shape;359;p18">
            <a:extLst>
              <a:ext uri="{FF2B5EF4-FFF2-40B4-BE49-F238E27FC236}">
                <a16:creationId xmlns:a16="http://schemas.microsoft.com/office/drawing/2014/main" id="{3F1F7670-7E5B-3014-E699-68130A36A786}"/>
              </a:ext>
            </a:extLst>
          </p:cNvPr>
          <p:cNvGrpSpPr/>
          <p:nvPr/>
        </p:nvGrpSpPr>
        <p:grpSpPr>
          <a:xfrm>
            <a:off x="4419669" y="4128741"/>
            <a:ext cx="469333" cy="289208"/>
            <a:chOff x="3007175" y="1757600"/>
            <a:chExt cx="307200" cy="189300"/>
          </a:xfrm>
        </p:grpSpPr>
        <p:sp>
          <p:nvSpPr>
            <p:cNvPr id="360" name="Google Shape;360;p18">
              <a:extLst>
                <a:ext uri="{FF2B5EF4-FFF2-40B4-BE49-F238E27FC236}">
                  <a16:creationId xmlns:a16="http://schemas.microsoft.com/office/drawing/2014/main" id="{72219DE9-32D5-E37D-9E10-77FD070CE05A}"/>
                </a:ext>
              </a:extLst>
            </p:cNvPr>
            <p:cNvSpPr/>
            <p:nvPr/>
          </p:nvSpPr>
          <p:spPr>
            <a:xfrm>
              <a:off x="3007175" y="1757600"/>
              <a:ext cx="307200" cy="189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1" name="Google Shape;361;p18">
              <a:extLst>
                <a:ext uri="{FF2B5EF4-FFF2-40B4-BE49-F238E27FC236}">
                  <a16:creationId xmlns:a16="http://schemas.microsoft.com/office/drawing/2014/main" id="{1EBB4147-3F02-DA9B-7B7D-1485C37D9D1F}"/>
                </a:ext>
              </a:extLst>
            </p:cNvPr>
            <p:cNvSpPr/>
            <p:nvPr/>
          </p:nvSpPr>
          <p:spPr>
            <a:xfrm>
              <a:off x="3026600" y="1784425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2" name="Google Shape;362;p18">
              <a:extLst>
                <a:ext uri="{FF2B5EF4-FFF2-40B4-BE49-F238E27FC236}">
                  <a16:creationId xmlns:a16="http://schemas.microsoft.com/office/drawing/2014/main" id="{7CD1E85B-07B2-48E5-188B-F0D15BE3781E}"/>
                </a:ext>
              </a:extLst>
            </p:cNvPr>
            <p:cNvSpPr/>
            <p:nvPr/>
          </p:nvSpPr>
          <p:spPr>
            <a:xfrm>
              <a:off x="3026600" y="1840363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3" name="Google Shape;363;p18">
              <a:extLst>
                <a:ext uri="{FF2B5EF4-FFF2-40B4-BE49-F238E27FC236}">
                  <a16:creationId xmlns:a16="http://schemas.microsoft.com/office/drawing/2014/main" id="{4EDF2055-2CD4-31D9-4A7B-D13B212CB4FA}"/>
                </a:ext>
              </a:extLst>
            </p:cNvPr>
            <p:cNvSpPr/>
            <p:nvPr/>
          </p:nvSpPr>
          <p:spPr>
            <a:xfrm>
              <a:off x="3026600" y="1896300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cxnSp>
          <p:nvCxnSpPr>
            <p:cNvPr id="364" name="Google Shape;364;p18">
              <a:extLst>
                <a:ext uri="{FF2B5EF4-FFF2-40B4-BE49-F238E27FC236}">
                  <a16:creationId xmlns:a16="http://schemas.microsoft.com/office/drawing/2014/main" id="{E5CCA4F4-A7E4-0812-0E05-16FFF55EF96D}"/>
                </a:ext>
              </a:extLst>
            </p:cNvPr>
            <p:cNvCxnSpPr/>
            <p:nvPr/>
          </p:nvCxnSpPr>
          <p:spPr>
            <a:xfrm>
              <a:off x="3070825" y="17965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18">
              <a:extLst>
                <a:ext uri="{FF2B5EF4-FFF2-40B4-BE49-F238E27FC236}">
                  <a16:creationId xmlns:a16="http://schemas.microsoft.com/office/drawing/2014/main" id="{245A51B7-98F2-D8FC-246C-C82E896E6979}"/>
                </a:ext>
              </a:extLst>
            </p:cNvPr>
            <p:cNvCxnSpPr/>
            <p:nvPr/>
          </p:nvCxnSpPr>
          <p:spPr>
            <a:xfrm>
              <a:off x="3070825" y="18522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18">
              <a:extLst>
                <a:ext uri="{FF2B5EF4-FFF2-40B4-BE49-F238E27FC236}">
                  <a16:creationId xmlns:a16="http://schemas.microsoft.com/office/drawing/2014/main" id="{AD6FCB20-628E-C9FF-4192-44DAD54885F6}"/>
                </a:ext>
              </a:extLst>
            </p:cNvPr>
            <p:cNvCxnSpPr/>
            <p:nvPr/>
          </p:nvCxnSpPr>
          <p:spPr>
            <a:xfrm>
              <a:off x="3070825" y="190980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7" name="Google Shape;367;p18">
            <a:extLst>
              <a:ext uri="{FF2B5EF4-FFF2-40B4-BE49-F238E27FC236}">
                <a16:creationId xmlns:a16="http://schemas.microsoft.com/office/drawing/2014/main" id="{87DF8BD0-5FE8-902F-B8E6-A917A3D88659}"/>
              </a:ext>
            </a:extLst>
          </p:cNvPr>
          <p:cNvGrpSpPr/>
          <p:nvPr/>
        </p:nvGrpSpPr>
        <p:grpSpPr>
          <a:xfrm>
            <a:off x="4419669" y="4767178"/>
            <a:ext cx="469333" cy="289208"/>
            <a:chOff x="3007175" y="1757600"/>
            <a:chExt cx="307200" cy="189300"/>
          </a:xfrm>
        </p:grpSpPr>
        <p:sp>
          <p:nvSpPr>
            <p:cNvPr id="368" name="Google Shape;368;p18">
              <a:extLst>
                <a:ext uri="{FF2B5EF4-FFF2-40B4-BE49-F238E27FC236}">
                  <a16:creationId xmlns:a16="http://schemas.microsoft.com/office/drawing/2014/main" id="{B379C597-A4EB-CA4E-7138-25F999B2E650}"/>
                </a:ext>
              </a:extLst>
            </p:cNvPr>
            <p:cNvSpPr/>
            <p:nvPr/>
          </p:nvSpPr>
          <p:spPr>
            <a:xfrm>
              <a:off x="3007175" y="1757600"/>
              <a:ext cx="307200" cy="189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9" name="Google Shape;369;p18">
              <a:extLst>
                <a:ext uri="{FF2B5EF4-FFF2-40B4-BE49-F238E27FC236}">
                  <a16:creationId xmlns:a16="http://schemas.microsoft.com/office/drawing/2014/main" id="{732D05AD-9F11-284C-8064-91FD86991C3B}"/>
                </a:ext>
              </a:extLst>
            </p:cNvPr>
            <p:cNvSpPr/>
            <p:nvPr/>
          </p:nvSpPr>
          <p:spPr>
            <a:xfrm>
              <a:off x="3026600" y="1784425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70" name="Google Shape;370;p18">
              <a:extLst>
                <a:ext uri="{FF2B5EF4-FFF2-40B4-BE49-F238E27FC236}">
                  <a16:creationId xmlns:a16="http://schemas.microsoft.com/office/drawing/2014/main" id="{02C9509F-59FC-3942-608A-66E39FA1FC10}"/>
                </a:ext>
              </a:extLst>
            </p:cNvPr>
            <p:cNvSpPr/>
            <p:nvPr/>
          </p:nvSpPr>
          <p:spPr>
            <a:xfrm>
              <a:off x="3026600" y="1840363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71" name="Google Shape;371;p18">
              <a:extLst>
                <a:ext uri="{FF2B5EF4-FFF2-40B4-BE49-F238E27FC236}">
                  <a16:creationId xmlns:a16="http://schemas.microsoft.com/office/drawing/2014/main" id="{B27E45CB-7DC8-E716-4374-D6CD81D73D7D}"/>
                </a:ext>
              </a:extLst>
            </p:cNvPr>
            <p:cNvSpPr/>
            <p:nvPr/>
          </p:nvSpPr>
          <p:spPr>
            <a:xfrm>
              <a:off x="3026600" y="1896300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cxnSp>
          <p:nvCxnSpPr>
            <p:cNvPr id="372" name="Google Shape;372;p18">
              <a:extLst>
                <a:ext uri="{FF2B5EF4-FFF2-40B4-BE49-F238E27FC236}">
                  <a16:creationId xmlns:a16="http://schemas.microsoft.com/office/drawing/2014/main" id="{8838D185-A499-FB6F-0BD9-B0B94F1AEFA7}"/>
                </a:ext>
              </a:extLst>
            </p:cNvPr>
            <p:cNvCxnSpPr/>
            <p:nvPr/>
          </p:nvCxnSpPr>
          <p:spPr>
            <a:xfrm>
              <a:off x="3070825" y="17965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8">
              <a:extLst>
                <a:ext uri="{FF2B5EF4-FFF2-40B4-BE49-F238E27FC236}">
                  <a16:creationId xmlns:a16="http://schemas.microsoft.com/office/drawing/2014/main" id="{604D8E2A-0CE3-761D-591E-AC45ACB4A579}"/>
                </a:ext>
              </a:extLst>
            </p:cNvPr>
            <p:cNvCxnSpPr/>
            <p:nvPr/>
          </p:nvCxnSpPr>
          <p:spPr>
            <a:xfrm>
              <a:off x="3070825" y="18522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8">
              <a:extLst>
                <a:ext uri="{FF2B5EF4-FFF2-40B4-BE49-F238E27FC236}">
                  <a16:creationId xmlns:a16="http://schemas.microsoft.com/office/drawing/2014/main" id="{BB160E6E-BFE3-AB4B-4DC1-B10E610E1230}"/>
                </a:ext>
              </a:extLst>
            </p:cNvPr>
            <p:cNvCxnSpPr/>
            <p:nvPr/>
          </p:nvCxnSpPr>
          <p:spPr>
            <a:xfrm>
              <a:off x="3070825" y="190980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" name="Google Shape;375;p18">
            <a:extLst>
              <a:ext uri="{FF2B5EF4-FFF2-40B4-BE49-F238E27FC236}">
                <a16:creationId xmlns:a16="http://schemas.microsoft.com/office/drawing/2014/main" id="{3BD0ED18-1118-A536-4D4D-85DCCA5695F6}"/>
              </a:ext>
            </a:extLst>
          </p:cNvPr>
          <p:cNvSpPr txBox="1"/>
          <p:nvPr/>
        </p:nvSpPr>
        <p:spPr>
          <a:xfrm>
            <a:off x="4305039" y="3833636"/>
            <a:ext cx="699955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GitHub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6" name="Google Shape;376;p18">
            <a:extLst>
              <a:ext uri="{FF2B5EF4-FFF2-40B4-BE49-F238E27FC236}">
                <a16:creationId xmlns:a16="http://schemas.microsoft.com/office/drawing/2014/main" id="{2A6F8587-5553-954D-CAEE-A5442B8EFD26}"/>
              </a:ext>
            </a:extLst>
          </p:cNvPr>
          <p:cNvSpPr txBox="1"/>
          <p:nvPr/>
        </p:nvSpPr>
        <p:spPr>
          <a:xfrm>
            <a:off x="4419669" y="4441294"/>
            <a:ext cx="541712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Jira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77" name="Google Shape;377;p18">
            <a:extLst>
              <a:ext uri="{FF2B5EF4-FFF2-40B4-BE49-F238E27FC236}">
                <a16:creationId xmlns:a16="http://schemas.microsoft.com/office/drawing/2014/main" id="{A71DCCDB-69A7-8B02-AB3B-F8FC5CF98DD1}"/>
              </a:ext>
            </a:extLst>
          </p:cNvPr>
          <p:cNvGrpSpPr/>
          <p:nvPr/>
        </p:nvGrpSpPr>
        <p:grpSpPr>
          <a:xfrm>
            <a:off x="4419669" y="5653908"/>
            <a:ext cx="469333" cy="455125"/>
            <a:chOff x="3021975" y="2389850"/>
            <a:chExt cx="307200" cy="297900"/>
          </a:xfrm>
        </p:grpSpPr>
        <p:sp>
          <p:nvSpPr>
            <p:cNvPr id="378" name="Google Shape;378;p18">
              <a:extLst>
                <a:ext uri="{FF2B5EF4-FFF2-40B4-BE49-F238E27FC236}">
                  <a16:creationId xmlns:a16="http://schemas.microsoft.com/office/drawing/2014/main" id="{71F08942-F734-19C2-DADD-0D324BF33C31}"/>
                </a:ext>
              </a:extLst>
            </p:cNvPr>
            <p:cNvSpPr/>
            <p:nvPr/>
          </p:nvSpPr>
          <p:spPr>
            <a:xfrm>
              <a:off x="3021975" y="2498450"/>
              <a:ext cx="307200" cy="189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grpSp>
          <p:nvGrpSpPr>
            <p:cNvPr id="379" name="Google Shape;379;p18">
              <a:extLst>
                <a:ext uri="{FF2B5EF4-FFF2-40B4-BE49-F238E27FC236}">
                  <a16:creationId xmlns:a16="http://schemas.microsoft.com/office/drawing/2014/main" id="{33F6E28D-198C-95A6-2DE2-2F34769654C6}"/>
                </a:ext>
              </a:extLst>
            </p:cNvPr>
            <p:cNvGrpSpPr/>
            <p:nvPr/>
          </p:nvGrpSpPr>
          <p:grpSpPr>
            <a:xfrm>
              <a:off x="3021975" y="2389850"/>
              <a:ext cx="307200" cy="295800"/>
              <a:chOff x="3021975" y="2389850"/>
              <a:chExt cx="307200" cy="295800"/>
            </a:xfrm>
          </p:grpSpPr>
          <p:sp>
            <p:nvSpPr>
              <p:cNvPr id="380" name="Google Shape;380;p18">
                <a:extLst>
                  <a:ext uri="{FF2B5EF4-FFF2-40B4-BE49-F238E27FC236}">
                    <a16:creationId xmlns:a16="http://schemas.microsoft.com/office/drawing/2014/main" id="{65508DC0-E26A-6CA6-E704-3122E3724A80}"/>
                  </a:ext>
                </a:extLst>
              </p:cNvPr>
              <p:cNvSpPr/>
              <p:nvPr/>
            </p:nvSpPr>
            <p:spPr>
              <a:xfrm>
                <a:off x="3021975" y="2389850"/>
                <a:ext cx="307200" cy="108600"/>
              </a:xfrm>
              <a:prstGeom prst="triangle">
                <a:avLst>
                  <a:gd name="adj" fmla="val 50155"/>
                </a:avLst>
              </a:prstGeom>
              <a:noFill/>
              <a:ln w="81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677" tIns="139677" rIns="139677" bIns="139677" anchor="ctr" anchorCtr="0">
                <a:noAutofit/>
              </a:bodyPr>
              <a:lstStyle/>
              <a:p>
                <a:pPr algn="ctr"/>
                <a:endParaRPr sz="3708"/>
              </a:p>
            </p:txBody>
          </p:sp>
          <p:sp>
            <p:nvSpPr>
              <p:cNvPr id="381" name="Google Shape;381;p18">
                <a:extLst>
                  <a:ext uri="{FF2B5EF4-FFF2-40B4-BE49-F238E27FC236}">
                    <a16:creationId xmlns:a16="http://schemas.microsoft.com/office/drawing/2014/main" id="{4D3DB35B-B194-9CAF-3411-6CB04949119A}"/>
                  </a:ext>
                </a:extLst>
              </p:cNvPr>
              <p:cNvSpPr/>
              <p:nvPr/>
            </p:nvSpPr>
            <p:spPr>
              <a:xfrm rot="10800000" flipH="1">
                <a:off x="3021975" y="2498450"/>
                <a:ext cx="307200" cy="108600"/>
              </a:xfrm>
              <a:prstGeom prst="triangle">
                <a:avLst>
                  <a:gd name="adj" fmla="val 50155"/>
                </a:avLst>
              </a:prstGeom>
              <a:noFill/>
              <a:ln w="81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677" tIns="139677" rIns="139677" bIns="139677" anchor="ctr" anchorCtr="0">
                <a:noAutofit/>
              </a:bodyPr>
              <a:lstStyle/>
              <a:p>
                <a:pPr algn="ctr"/>
                <a:endParaRPr sz="3708"/>
              </a:p>
            </p:txBody>
          </p:sp>
          <p:cxnSp>
            <p:nvCxnSpPr>
              <p:cNvPr id="382" name="Google Shape;382;p18">
                <a:extLst>
                  <a:ext uri="{FF2B5EF4-FFF2-40B4-BE49-F238E27FC236}">
                    <a16:creationId xmlns:a16="http://schemas.microsoft.com/office/drawing/2014/main" id="{3F4D22C7-E510-2D01-A5E1-4ABB49A06E79}"/>
                  </a:ext>
                </a:extLst>
              </p:cNvPr>
              <p:cNvCxnSpPr/>
              <p:nvPr/>
            </p:nvCxnSpPr>
            <p:spPr>
              <a:xfrm rot="10800000" flipH="1">
                <a:off x="3025150" y="2588150"/>
                <a:ext cx="120600" cy="9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18">
                <a:extLst>
                  <a:ext uri="{FF2B5EF4-FFF2-40B4-BE49-F238E27FC236}">
                    <a16:creationId xmlns:a16="http://schemas.microsoft.com/office/drawing/2014/main" id="{869FC0AE-C16C-2F46-0EC8-BA10769954F2}"/>
                  </a:ext>
                </a:extLst>
              </p:cNvPr>
              <p:cNvCxnSpPr/>
              <p:nvPr/>
            </p:nvCxnSpPr>
            <p:spPr>
              <a:xfrm rot="10800000">
                <a:off x="3208563" y="2588150"/>
                <a:ext cx="120600" cy="9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4" name="Google Shape;384;p18">
                <a:extLst>
                  <a:ext uri="{FF2B5EF4-FFF2-40B4-BE49-F238E27FC236}">
                    <a16:creationId xmlns:a16="http://schemas.microsoft.com/office/drawing/2014/main" id="{32F4A506-42C1-6676-6DF9-178B9189DF25}"/>
                  </a:ext>
                </a:extLst>
              </p:cNvPr>
              <p:cNvSpPr/>
              <p:nvPr/>
            </p:nvSpPr>
            <p:spPr>
              <a:xfrm>
                <a:off x="3101475" y="2457225"/>
                <a:ext cx="148200" cy="91800"/>
              </a:xfrm>
              <a:prstGeom prst="rect">
                <a:avLst/>
              </a:prstGeom>
              <a:solidFill>
                <a:schemeClr val="lt2"/>
              </a:solidFill>
              <a:ln w="81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677" tIns="139677" rIns="139677" bIns="139677" anchor="ctr" anchorCtr="0">
                <a:noAutofit/>
              </a:bodyPr>
              <a:lstStyle/>
              <a:p>
                <a:pPr algn="ctr"/>
                <a:endParaRPr sz="3708"/>
              </a:p>
            </p:txBody>
          </p:sp>
          <p:cxnSp>
            <p:nvCxnSpPr>
              <p:cNvPr id="385" name="Google Shape;385;p18">
                <a:extLst>
                  <a:ext uri="{FF2B5EF4-FFF2-40B4-BE49-F238E27FC236}">
                    <a16:creationId xmlns:a16="http://schemas.microsoft.com/office/drawing/2014/main" id="{BEDF321A-9EF5-3A2A-F77B-C72DA0804AB8}"/>
                  </a:ext>
                </a:extLst>
              </p:cNvPr>
              <p:cNvCxnSpPr/>
              <p:nvPr/>
            </p:nvCxnSpPr>
            <p:spPr>
              <a:xfrm>
                <a:off x="3121125" y="2480650"/>
                <a:ext cx="10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8">
                <a:extLst>
                  <a:ext uri="{FF2B5EF4-FFF2-40B4-BE49-F238E27FC236}">
                    <a16:creationId xmlns:a16="http://schemas.microsoft.com/office/drawing/2014/main" id="{86BC4307-A8B3-EB81-9068-1058C2389C4D}"/>
                  </a:ext>
                </a:extLst>
              </p:cNvPr>
              <p:cNvCxnSpPr/>
              <p:nvPr/>
            </p:nvCxnSpPr>
            <p:spPr>
              <a:xfrm>
                <a:off x="3121125" y="2502075"/>
                <a:ext cx="10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8">
                <a:extLst>
                  <a:ext uri="{FF2B5EF4-FFF2-40B4-BE49-F238E27FC236}">
                    <a16:creationId xmlns:a16="http://schemas.microsoft.com/office/drawing/2014/main" id="{EE5ACB29-C0C3-302C-330C-30B9A0E4E807}"/>
                  </a:ext>
                </a:extLst>
              </p:cNvPr>
              <p:cNvCxnSpPr/>
              <p:nvPr/>
            </p:nvCxnSpPr>
            <p:spPr>
              <a:xfrm>
                <a:off x="3121125" y="2525600"/>
                <a:ext cx="10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8">
            <a:extLst>
              <a:ext uri="{FF2B5EF4-FFF2-40B4-BE49-F238E27FC236}">
                <a16:creationId xmlns:a16="http://schemas.microsoft.com/office/drawing/2014/main" id="{9A0CBAB1-4B51-47BD-F6E9-B4F6C02E211A}"/>
              </a:ext>
            </a:extLst>
          </p:cNvPr>
          <p:cNvSpPr txBox="1"/>
          <p:nvPr/>
        </p:nvSpPr>
        <p:spPr>
          <a:xfrm>
            <a:off x="4227782" y="5142698"/>
            <a:ext cx="870375" cy="61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pPr algn="ctr"/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Mailing Lists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89" name="Google Shape;389;p18">
            <a:extLst>
              <a:ext uri="{FF2B5EF4-FFF2-40B4-BE49-F238E27FC236}">
                <a16:creationId xmlns:a16="http://schemas.microsoft.com/office/drawing/2014/main" id="{78ECE437-E8D0-9BFA-B193-5AB5158D3BD7}"/>
              </a:ext>
            </a:extLst>
          </p:cNvPr>
          <p:cNvCxnSpPr>
            <a:cxnSpLocks/>
          </p:cNvCxnSpPr>
          <p:nvPr/>
        </p:nvCxnSpPr>
        <p:spPr>
          <a:xfrm>
            <a:off x="4645700" y="6271339"/>
            <a:ext cx="0" cy="34226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390" name="Google Shape;390;p18">
            <a:extLst>
              <a:ext uri="{FF2B5EF4-FFF2-40B4-BE49-F238E27FC236}">
                <a16:creationId xmlns:a16="http://schemas.microsoft.com/office/drawing/2014/main" id="{BC559C0F-23E4-2A82-91EC-B39D3A464B8C}"/>
              </a:ext>
            </a:extLst>
          </p:cNvPr>
          <p:cNvSpPr/>
          <p:nvPr/>
        </p:nvSpPr>
        <p:spPr>
          <a:xfrm>
            <a:off x="4425267" y="6694829"/>
            <a:ext cx="469333" cy="28920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394" name="Google Shape;394;p18">
            <a:extLst>
              <a:ext uri="{FF2B5EF4-FFF2-40B4-BE49-F238E27FC236}">
                <a16:creationId xmlns:a16="http://schemas.microsoft.com/office/drawing/2014/main" id="{E7448C42-070D-E355-74BE-305BF017E3BF}"/>
              </a:ext>
            </a:extLst>
          </p:cNvPr>
          <p:cNvSpPr txBox="1"/>
          <p:nvPr/>
        </p:nvSpPr>
        <p:spPr>
          <a:xfrm>
            <a:off x="5815821" y="2905335"/>
            <a:ext cx="1886747" cy="2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sentiment_analysis.Rmd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9" name="Google Shape;347;p18">
            <a:extLst>
              <a:ext uri="{FF2B5EF4-FFF2-40B4-BE49-F238E27FC236}">
                <a16:creationId xmlns:a16="http://schemas.microsoft.com/office/drawing/2014/main" id="{D43ABD0A-DE48-9796-3B0B-E8A0BC81C535}"/>
              </a:ext>
            </a:extLst>
          </p:cNvPr>
          <p:cNvSpPr>
            <a:spLocks noChangeAspect="1"/>
          </p:cNvSpPr>
          <p:nvPr/>
        </p:nvSpPr>
        <p:spPr>
          <a:xfrm>
            <a:off x="8123938" y="5269175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397" name="Google Shape;347;p18">
            <a:extLst>
              <a:ext uri="{FF2B5EF4-FFF2-40B4-BE49-F238E27FC236}">
                <a16:creationId xmlns:a16="http://schemas.microsoft.com/office/drawing/2014/main" id="{6D1D40C7-B0ED-478D-6716-6A1CD8A2C005}"/>
              </a:ext>
            </a:extLst>
          </p:cNvPr>
          <p:cNvSpPr>
            <a:spLocks noChangeAspect="1"/>
          </p:cNvSpPr>
          <p:nvPr/>
        </p:nvSpPr>
        <p:spPr>
          <a:xfrm>
            <a:off x="8423975" y="5268369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398" name="Google Shape;347;p18">
            <a:extLst>
              <a:ext uri="{FF2B5EF4-FFF2-40B4-BE49-F238E27FC236}">
                <a16:creationId xmlns:a16="http://schemas.microsoft.com/office/drawing/2014/main" id="{BF8DA687-C9B5-79A8-D98C-DE2014BCE219}"/>
              </a:ext>
            </a:extLst>
          </p:cNvPr>
          <p:cNvSpPr>
            <a:spLocks noChangeAspect="1"/>
          </p:cNvSpPr>
          <p:nvPr/>
        </p:nvSpPr>
        <p:spPr>
          <a:xfrm>
            <a:off x="8724042" y="5269175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400" name="Google Shape;349;p18">
            <a:extLst>
              <a:ext uri="{FF2B5EF4-FFF2-40B4-BE49-F238E27FC236}">
                <a16:creationId xmlns:a16="http://schemas.microsoft.com/office/drawing/2014/main" id="{31FFCA80-626A-325B-A8F7-6B0BA0E8FFFB}"/>
              </a:ext>
            </a:extLst>
          </p:cNvPr>
          <p:cNvSpPr txBox="1"/>
          <p:nvPr/>
        </p:nvSpPr>
        <p:spPr>
          <a:xfrm>
            <a:off x="8048117" y="5218176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1" name="Google Shape;349;p18">
            <a:extLst>
              <a:ext uri="{FF2B5EF4-FFF2-40B4-BE49-F238E27FC236}">
                <a16:creationId xmlns:a16="http://schemas.microsoft.com/office/drawing/2014/main" id="{387E1638-5160-0122-225D-E52664DE85D9}"/>
              </a:ext>
            </a:extLst>
          </p:cNvPr>
          <p:cNvSpPr txBox="1"/>
          <p:nvPr/>
        </p:nvSpPr>
        <p:spPr>
          <a:xfrm>
            <a:off x="8344583" y="5216985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2" name="Google Shape;349;p18">
            <a:extLst>
              <a:ext uri="{FF2B5EF4-FFF2-40B4-BE49-F238E27FC236}">
                <a16:creationId xmlns:a16="http://schemas.microsoft.com/office/drawing/2014/main" id="{9A76B127-03F8-9BCA-762D-A98DA23190E9}"/>
              </a:ext>
            </a:extLst>
          </p:cNvPr>
          <p:cNvSpPr txBox="1"/>
          <p:nvPr/>
        </p:nvSpPr>
        <p:spPr>
          <a:xfrm>
            <a:off x="8641049" y="5215794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2" name="Google Shape;292;p18">
            <a:extLst>
              <a:ext uri="{FF2B5EF4-FFF2-40B4-BE49-F238E27FC236}">
                <a16:creationId xmlns:a16="http://schemas.microsoft.com/office/drawing/2014/main" id="{05CD089C-9EBE-C5E7-FDBB-F285602DBCCF}"/>
              </a:ext>
            </a:extLst>
          </p:cNvPr>
          <p:cNvSpPr/>
          <p:nvPr/>
        </p:nvSpPr>
        <p:spPr>
          <a:xfrm>
            <a:off x="5840053" y="6553577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03" name="Google Shape;293;p18">
            <a:extLst>
              <a:ext uri="{FF2B5EF4-FFF2-40B4-BE49-F238E27FC236}">
                <a16:creationId xmlns:a16="http://schemas.microsoft.com/office/drawing/2014/main" id="{9CA4EBCA-F036-7C2D-7647-E3626ACEFB10}"/>
              </a:ext>
            </a:extLst>
          </p:cNvPr>
          <p:cNvSpPr txBox="1"/>
          <p:nvPr/>
        </p:nvSpPr>
        <p:spPr>
          <a:xfrm>
            <a:off x="5703039" y="6530465"/>
            <a:ext cx="572742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505" name="Connector: Elbow 504">
            <a:extLst>
              <a:ext uri="{FF2B5EF4-FFF2-40B4-BE49-F238E27FC236}">
                <a16:creationId xmlns:a16="http://schemas.microsoft.com/office/drawing/2014/main" id="{0315DF6B-44A6-D0B6-949D-AF7F45931DBA}"/>
              </a:ext>
            </a:extLst>
          </p:cNvPr>
          <p:cNvCxnSpPr>
            <a:cxnSpLocks/>
            <a:endCxn id="327" idx="1"/>
          </p:cNvCxnSpPr>
          <p:nvPr/>
        </p:nvCxnSpPr>
        <p:spPr>
          <a:xfrm>
            <a:off x="4995414" y="4905851"/>
            <a:ext cx="359040" cy="2695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453A8DA-AA7D-C5F3-9D1F-B005C8863063}"/>
              </a:ext>
            </a:extLst>
          </p:cNvPr>
          <p:cNvGrpSpPr/>
          <p:nvPr/>
        </p:nvGrpSpPr>
        <p:grpSpPr>
          <a:xfrm>
            <a:off x="4995415" y="5322967"/>
            <a:ext cx="359040" cy="635397"/>
            <a:chOff x="4995414" y="5124450"/>
            <a:chExt cx="322797" cy="627063"/>
          </a:xfrm>
        </p:grpSpPr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9F447D56-5A5A-0B8C-10D2-3EA53EE5D64C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4" y="5748338"/>
              <a:ext cx="15718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9476FE5F-17DD-9A4A-31E5-F825D5078FAD}"/>
                </a:ext>
              </a:extLst>
            </p:cNvPr>
            <p:cNvCxnSpPr/>
            <p:nvPr/>
          </p:nvCxnSpPr>
          <p:spPr>
            <a:xfrm flipV="1">
              <a:off x="5152600" y="5124450"/>
              <a:ext cx="0" cy="6270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2" name="Straight Arrow Connector 511">
              <a:extLst>
                <a:ext uri="{FF2B5EF4-FFF2-40B4-BE49-F238E27FC236}">
                  <a16:creationId xmlns:a16="http://schemas.microsoft.com/office/drawing/2014/main" id="{46CFA910-D0CC-398F-5C9B-570FAA0D4D84}"/>
                </a:ext>
              </a:extLst>
            </p:cNvPr>
            <p:cNvCxnSpPr>
              <a:cxnSpLocks/>
            </p:cNvCxnSpPr>
            <p:nvPr/>
          </p:nvCxnSpPr>
          <p:spPr>
            <a:xfrm>
              <a:off x="5152600" y="5129213"/>
              <a:ext cx="1656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8AC189-326D-8FF8-FF80-EA564BAB1560}"/>
              </a:ext>
            </a:extLst>
          </p:cNvPr>
          <p:cNvGrpSpPr/>
          <p:nvPr/>
        </p:nvGrpSpPr>
        <p:grpSpPr>
          <a:xfrm>
            <a:off x="4995414" y="4221639"/>
            <a:ext cx="359040" cy="642937"/>
            <a:chOff x="4995414" y="4014788"/>
            <a:chExt cx="384401" cy="64293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EA9001A-F9A2-8E30-5779-ADBC195599A1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4" y="4014788"/>
              <a:ext cx="1754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A13696-C037-95A8-F09D-CE71736EB039}"/>
                </a:ext>
              </a:extLst>
            </p:cNvPr>
            <p:cNvCxnSpPr/>
            <p:nvPr/>
          </p:nvCxnSpPr>
          <p:spPr>
            <a:xfrm>
              <a:off x="5168503" y="4014788"/>
              <a:ext cx="0" cy="6429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1FF3EEF-94B5-73D5-EAC6-211F0EF4AFC2}"/>
                </a:ext>
              </a:extLst>
            </p:cNvPr>
            <p:cNvCxnSpPr>
              <a:cxnSpLocks/>
            </p:cNvCxnSpPr>
            <p:nvPr/>
          </p:nvCxnSpPr>
          <p:spPr>
            <a:xfrm>
              <a:off x="5163741" y="4657725"/>
              <a:ext cx="2160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Google Shape;342;p18">
            <a:extLst>
              <a:ext uri="{FF2B5EF4-FFF2-40B4-BE49-F238E27FC236}">
                <a16:creationId xmlns:a16="http://schemas.microsoft.com/office/drawing/2014/main" id="{6D4C0A6F-471B-10F9-BF5C-C7731D6D019E}"/>
              </a:ext>
            </a:extLst>
          </p:cNvPr>
          <p:cNvSpPr/>
          <p:nvPr/>
        </p:nvSpPr>
        <p:spPr>
          <a:xfrm>
            <a:off x="6913076" y="5810798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2" name="Google Shape;342;p18">
            <a:extLst>
              <a:ext uri="{FF2B5EF4-FFF2-40B4-BE49-F238E27FC236}">
                <a16:creationId xmlns:a16="http://schemas.microsoft.com/office/drawing/2014/main" id="{D68B9E22-6A55-3D1B-6CE4-7C5881F80AC1}"/>
              </a:ext>
            </a:extLst>
          </p:cNvPr>
          <p:cNvSpPr/>
          <p:nvPr/>
        </p:nvSpPr>
        <p:spPr>
          <a:xfrm>
            <a:off x="7301918" y="5803305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4" name="Google Shape;342;p18">
            <a:extLst>
              <a:ext uri="{FF2B5EF4-FFF2-40B4-BE49-F238E27FC236}">
                <a16:creationId xmlns:a16="http://schemas.microsoft.com/office/drawing/2014/main" id="{C933F6EC-6794-DF6E-40C6-BD1BB117ED63}"/>
              </a:ext>
            </a:extLst>
          </p:cNvPr>
          <p:cNvSpPr/>
          <p:nvPr/>
        </p:nvSpPr>
        <p:spPr>
          <a:xfrm>
            <a:off x="6853267" y="4573499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5" name="Google Shape;342;p18">
            <a:extLst>
              <a:ext uri="{FF2B5EF4-FFF2-40B4-BE49-F238E27FC236}">
                <a16:creationId xmlns:a16="http://schemas.microsoft.com/office/drawing/2014/main" id="{69DFF445-27F3-366D-E6C5-9A69E89C43B8}"/>
              </a:ext>
            </a:extLst>
          </p:cNvPr>
          <p:cNvSpPr/>
          <p:nvPr/>
        </p:nvSpPr>
        <p:spPr>
          <a:xfrm>
            <a:off x="8159758" y="8742760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6" name="Google Shape;342;p18">
            <a:extLst>
              <a:ext uri="{FF2B5EF4-FFF2-40B4-BE49-F238E27FC236}">
                <a16:creationId xmlns:a16="http://schemas.microsoft.com/office/drawing/2014/main" id="{79BBD1F8-7718-5868-B859-F6E575928F9D}"/>
              </a:ext>
            </a:extLst>
          </p:cNvPr>
          <p:cNvSpPr/>
          <p:nvPr/>
        </p:nvSpPr>
        <p:spPr>
          <a:xfrm>
            <a:off x="9140222" y="8738641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7" name="Google Shape;342;p18">
            <a:extLst>
              <a:ext uri="{FF2B5EF4-FFF2-40B4-BE49-F238E27FC236}">
                <a16:creationId xmlns:a16="http://schemas.microsoft.com/office/drawing/2014/main" id="{37922E67-88C3-CCB6-4B44-26C60C6F1D2A}"/>
              </a:ext>
            </a:extLst>
          </p:cNvPr>
          <p:cNvSpPr/>
          <p:nvPr/>
        </p:nvSpPr>
        <p:spPr>
          <a:xfrm>
            <a:off x="5008114" y="8929791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8" name="Google Shape;342;p18">
            <a:extLst>
              <a:ext uri="{FF2B5EF4-FFF2-40B4-BE49-F238E27FC236}">
                <a16:creationId xmlns:a16="http://schemas.microsoft.com/office/drawing/2014/main" id="{5BC00508-6E51-B041-2D02-8B5BEF970E63}"/>
              </a:ext>
            </a:extLst>
          </p:cNvPr>
          <p:cNvSpPr/>
          <p:nvPr/>
        </p:nvSpPr>
        <p:spPr>
          <a:xfrm>
            <a:off x="6198486" y="8015250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cxnSp>
        <p:nvCxnSpPr>
          <p:cNvPr id="21" name="Google Shape;389;p18">
            <a:extLst>
              <a:ext uri="{FF2B5EF4-FFF2-40B4-BE49-F238E27FC236}">
                <a16:creationId xmlns:a16="http://schemas.microsoft.com/office/drawing/2014/main" id="{34DBFFD7-30AF-3484-3364-D11988091257}"/>
              </a:ext>
            </a:extLst>
          </p:cNvPr>
          <p:cNvCxnSpPr>
            <a:cxnSpLocks/>
          </p:cNvCxnSpPr>
          <p:nvPr/>
        </p:nvCxnSpPr>
        <p:spPr>
          <a:xfrm>
            <a:off x="864275" y="7450667"/>
            <a:ext cx="0" cy="34226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16" name="Google Shape;212;p18">
            <a:extLst>
              <a:ext uri="{FF2B5EF4-FFF2-40B4-BE49-F238E27FC236}">
                <a16:creationId xmlns:a16="http://schemas.microsoft.com/office/drawing/2014/main" id="{7AF53600-3177-FF4B-E023-4FFCA3621AC4}"/>
              </a:ext>
            </a:extLst>
          </p:cNvPr>
          <p:cNvCxnSpPr>
            <a:cxnSpLocks/>
          </p:cNvCxnSpPr>
          <p:nvPr/>
        </p:nvCxnSpPr>
        <p:spPr>
          <a:xfrm rot="10800000">
            <a:off x="10806713" y="9864183"/>
            <a:ext cx="204417" cy="11870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7" name="Google Shape;213;p18">
            <a:extLst>
              <a:ext uri="{FF2B5EF4-FFF2-40B4-BE49-F238E27FC236}">
                <a16:creationId xmlns:a16="http://schemas.microsoft.com/office/drawing/2014/main" id="{5CB4265C-663D-3D7A-BA0C-C6B30DFCE51A}"/>
              </a:ext>
            </a:extLst>
          </p:cNvPr>
          <p:cNvCxnSpPr>
            <a:cxnSpLocks/>
          </p:cNvCxnSpPr>
          <p:nvPr/>
        </p:nvCxnSpPr>
        <p:spPr>
          <a:xfrm rot="10800000">
            <a:off x="10800827" y="9759785"/>
            <a:ext cx="78375" cy="132000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8" name="Google Shape;214;p18">
            <a:extLst>
              <a:ext uri="{FF2B5EF4-FFF2-40B4-BE49-F238E27FC236}">
                <a16:creationId xmlns:a16="http://schemas.microsoft.com/office/drawing/2014/main" id="{8E7FBDC8-64A1-0F11-950B-D6CEA2952A79}"/>
              </a:ext>
            </a:extLst>
          </p:cNvPr>
          <p:cNvCxnSpPr>
            <a:cxnSpLocks/>
          </p:cNvCxnSpPr>
          <p:nvPr/>
        </p:nvCxnSpPr>
        <p:spPr>
          <a:xfrm flipH="1">
            <a:off x="10875492" y="9725286"/>
            <a:ext cx="327250" cy="160417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9" name="Google Shape;215;p18">
            <a:extLst>
              <a:ext uri="{FF2B5EF4-FFF2-40B4-BE49-F238E27FC236}">
                <a16:creationId xmlns:a16="http://schemas.microsoft.com/office/drawing/2014/main" id="{F1186A45-F4D9-4B50-398F-BABFA2C21270}"/>
              </a:ext>
            </a:extLst>
          </p:cNvPr>
          <p:cNvSpPr/>
          <p:nvPr/>
        </p:nvSpPr>
        <p:spPr>
          <a:xfrm>
            <a:off x="10851819" y="9843967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pic>
        <p:nvPicPr>
          <p:cNvPr id="520" name="Google Shape;246;p18">
            <a:extLst>
              <a:ext uri="{FF2B5EF4-FFF2-40B4-BE49-F238E27FC236}">
                <a16:creationId xmlns:a16="http://schemas.microsoft.com/office/drawing/2014/main" id="{5005E5E7-BA4C-063E-2EF9-DA9BAE2A9817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76869" y="6564093"/>
            <a:ext cx="3884579" cy="4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247;p18">
            <a:extLst>
              <a:ext uri="{FF2B5EF4-FFF2-40B4-BE49-F238E27FC236}">
                <a16:creationId xmlns:a16="http://schemas.microsoft.com/office/drawing/2014/main" id="{AA599406-A477-1816-2B48-C43BC2AFB7AA}"/>
              </a:ext>
            </a:extLst>
          </p:cNvPr>
          <p:cNvSpPr txBox="1"/>
          <p:nvPr/>
        </p:nvSpPr>
        <p:spPr>
          <a:xfrm>
            <a:off x="13107900" y="6571586"/>
            <a:ext cx="843280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22" name="Google Shape;248;p18">
            <a:extLst>
              <a:ext uri="{FF2B5EF4-FFF2-40B4-BE49-F238E27FC236}">
                <a16:creationId xmlns:a16="http://schemas.microsoft.com/office/drawing/2014/main" id="{99F08044-7AB1-00DF-9053-C88A496B78C8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76869" y="6936188"/>
            <a:ext cx="809211" cy="47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Google Shape;249;p18">
            <a:extLst>
              <a:ext uri="{FF2B5EF4-FFF2-40B4-BE49-F238E27FC236}">
                <a16:creationId xmlns:a16="http://schemas.microsoft.com/office/drawing/2014/main" id="{5811298F-E7BD-04C9-7145-DA41FA37B6D4}"/>
              </a:ext>
            </a:extLst>
          </p:cNvPr>
          <p:cNvCxnSpPr>
            <a:cxnSpLocks/>
          </p:cNvCxnSpPr>
          <p:nvPr/>
        </p:nvCxnSpPr>
        <p:spPr>
          <a:xfrm>
            <a:off x="9612954" y="7479942"/>
            <a:ext cx="547919" cy="2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4" name="Google Shape;250;p18">
            <a:extLst>
              <a:ext uri="{FF2B5EF4-FFF2-40B4-BE49-F238E27FC236}">
                <a16:creationId xmlns:a16="http://schemas.microsoft.com/office/drawing/2014/main" id="{6409834D-2792-B7B2-C36A-9337BDEE51C8}"/>
              </a:ext>
            </a:extLst>
          </p:cNvPr>
          <p:cNvSpPr txBox="1"/>
          <p:nvPr/>
        </p:nvSpPr>
        <p:spPr>
          <a:xfrm>
            <a:off x="9615396" y="7530058"/>
            <a:ext cx="546544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25" name="Google Shape;251;p18">
            <a:extLst>
              <a:ext uri="{FF2B5EF4-FFF2-40B4-BE49-F238E27FC236}">
                <a16:creationId xmlns:a16="http://schemas.microsoft.com/office/drawing/2014/main" id="{33E2B704-9A4E-9C9A-6776-AB667665DF63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98598" y="7440607"/>
            <a:ext cx="777249" cy="347527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253;p18">
            <a:extLst>
              <a:ext uri="{FF2B5EF4-FFF2-40B4-BE49-F238E27FC236}">
                <a16:creationId xmlns:a16="http://schemas.microsoft.com/office/drawing/2014/main" id="{956B46F7-F0F0-1DC5-CAA3-F66699CAED12}"/>
              </a:ext>
            </a:extLst>
          </p:cNvPr>
          <p:cNvSpPr txBox="1"/>
          <p:nvPr/>
        </p:nvSpPr>
        <p:spPr>
          <a:xfrm>
            <a:off x="10072720" y="6935880"/>
            <a:ext cx="1416856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 Window 1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7" name="Google Shape;254;p18">
            <a:extLst>
              <a:ext uri="{FF2B5EF4-FFF2-40B4-BE49-F238E27FC236}">
                <a16:creationId xmlns:a16="http://schemas.microsoft.com/office/drawing/2014/main" id="{B8A70102-48BF-ED10-4323-1D35931E9023}"/>
              </a:ext>
            </a:extLst>
          </p:cNvPr>
          <p:cNvSpPr txBox="1"/>
          <p:nvPr/>
        </p:nvSpPr>
        <p:spPr>
          <a:xfrm>
            <a:off x="11295671" y="6934515"/>
            <a:ext cx="678035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8" name="Google Shape;255;p18">
            <a:extLst>
              <a:ext uri="{FF2B5EF4-FFF2-40B4-BE49-F238E27FC236}">
                <a16:creationId xmlns:a16="http://schemas.microsoft.com/office/drawing/2014/main" id="{45D03630-A303-80F1-3E40-9223C4D5E37B}"/>
              </a:ext>
            </a:extLst>
          </p:cNvPr>
          <p:cNvSpPr txBox="1"/>
          <p:nvPr/>
        </p:nvSpPr>
        <p:spPr>
          <a:xfrm>
            <a:off x="11987647" y="6934201"/>
            <a:ext cx="537849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9" name="Google Shape;292;p18">
            <a:extLst>
              <a:ext uri="{FF2B5EF4-FFF2-40B4-BE49-F238E27FC236}">
                <a16:creationId xmlns:a16="http://schemas.microsoft.com/office/drawing/2014/main" id="{C6C7F4FB-CE82-9B32-5282-6FF30C329E28}"/>
              </a:ext>
            </a:extLst>
          </p:cNvPr>
          <p:cNvSpPr/>
          <p:nvPr/>
        </p:nvSpPr>
        <p:spPr>
          <a:xfrm>
            <a:off x="11755733" y="7032127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30" name="Google Shape;293;p18">
            <a:extLst>
              <a:ext uri="{FF2B5EF4-FFF2-40B4-BE49-F238E27FC236}">
                <a16:creationId xmlns:a16="http://schemas.microsoft.com/office/drawing/2014/main" id="{18F872E4-26CC-614C-1CA2-780D5AAE37CE}"/>
              </a:ext>
            </a:extLst>
          </p:cNvPr>
          <p:cNvSpPr txBox="1"/>
          <p:nvPr/>
        </p:nvSpPr>
        <p:spPr>
          <a:xfrm>
            <a:off x="11623088" y="7005840"/>
            <a:ext cx="537849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531" name="Google Shape;296;p18">
            <a:extLst>
              <a:ext uri="{FF2B5EF4-FFF2-40B4-BE49-F238E27FC236}">
                <a16:creationId xmlns:a16="http://schemas.microsoft.com/office/drawing/2014/main" id="{C5CAD4E7-97E1-C8AB-E15C-990A8E9A1D9E}"/>
              </a:ext>
            </a:extLst>
          </p:cNvPr>
          <p:cNvCxnSpPr>
            <a:cxnSpLocks/>
          </p:cNvCxnSpPr>
          <p:nvPr/>
        </p:nvCxnSpPr>
        <p:spPr>
          <a:xfrm rot="10800000">
            <a:off x="9854524" y="8971168"/>
            <a:ext cx="0" cy="1392417"/>
          </a:xfrm>
          <a:prstGeom prst="straightConnector1">
            <a:avLst/>
          </a:prstGeom>
          <a:noFill/>
          <a:ln w="140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" name="Google Shape;297;p18">
            <a:extLst>
              <a:ext uri="{FF2B5EF4-FFF2-40B4-BE49-F238E27FC236}">
                <a16:creationId xmlns:a16="http://schemas.microsoft.com/office/drawing/2014/main" id="{F0B877FC-FB59-F08E-C70D-166F19996B03}"/>
              </a:ext>
            </a:extLst>
          </p:cNvPr>
          <p:cNvCxnSpPr>
            <a:cxnSpLocks/>
          </p:cNvCxnSpPr>
          <p:nvPr/>
        </p:nvCxnSpPr>
        <p:spPr>
          <a:xfrm flipV="1">
            <a:off x="9853450" y="10363585"/>
            <a:ext cx="1484490" cy="2"/>
          </a:xfrm>
          <a:prstGeom prst="straightConnector1">
            <a:avLst/>
          </a:prstGeom>
          <a:noFill/>
          <a:ln w="140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Google Shape;298;p18">
            <a:extLst>
              <a:ext uri="{FF2B5EF4-FFF2-40B4-BE49-F238E27FC236}">
                <a16:creationId xmlns:a16="http://schemas.microsoft.com/office/drawing/2014/main" id="{3ED79546-819A-E40F-653F-79C7E536D3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77216" y="9819421"/>
            <a:ext cx="260792" cy="518375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299;p18">
            <a:extLst>
              <a:ext uri="{FF2B5EF4-FFF2-40B4-BE49-F238E27FC236}">
                <a16:creationId xmlns:a16="http://schemas.microsoft.com/office/drawing/2014/main" id="{5975A300-58E8-5916-937B-C809A1FEF7B8}"/>
              </a:ext>
            </a:extLst>
          </p:cNvPr>
          <p:cNvCxnSpPr>
            <a:cxnSpLocks/>
          </p:cNvCxnSpPr>
          <p:nvPr/>
        </p:nvCxnSpPr>
        <p:spPr>
          <a:xfrm>
            <a:off x="10141071" y="9825851"/>
            <a:ext cx="245208" cy="245208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300;p18">
            <a:extLst>
              <a:ext uri="{FF2B5EF4-FFF2-40B4-BE49-F238E27FC236}">
                <a16:creationId xmlns:a16="http://schemas.microsoft.com/office/drawing/2014/main" id="{8E33F829-30B2-5BB7-5ADF-47CAD73D59E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89217" y="9948634"/>
            <a:ext cx="226417" cy="112750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301;p18">
            <a:extLst>
              <a:ext uri="{FF2B5EF4-FFF2-40B4-BE49-F238E27FC236}">
                <a16:creationId xmlns:a16="http://schemas.microsoft.com/office/drawing/2014/main" id="{D5D55F28-B224-3814-BA1A-AE362DBAF830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615571" y="9744586"/>
            <a:ext cx="179208" cy="203958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302;p18">
            <a:extLst>
              <a:ext uri="{FF2B5EF4-FFF2-40B4-BE49-F238E27FC236}">
                <a16:creationId xmlns:a16="http://schemas.microsoft.com/office/drawing/2014/main" id="{7B52D890-F0B2-190C-147E-8A9B7E70F531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82452" y="10011025"/>
            <a:ext cx="292875" cy="32220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303;p18">
            <a:extLst>
              <a:ext uri="{FF2B5EF4-FFF2-40B4-BE49-F238E27FC236}">
                <a16:creationId xmlns:a16="http://schemas.microsoft.com/office/drawing/2014/main" id="{AAA3428A-B1A9-FE38-BF52-972CEFF8D938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160723" y="9860669"/>
            <a:ext cx="397833" cy="165917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9" name="Google Shape;304;p18">
            <a:extLst>
              <a:ext uri="{FF2B5EF4-FFF2-40B4-BE49-F238E27FC236}">
                <a16:creationId xmlns:a16="http://schemas.microsoft.com/office/drawing/2014/main" id="{CC60A9BB-D748-81AB-B1B7-DE580AE69300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549411" y="9558728"/>
            <a:ext cx="63250" cy="304792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305;p18">
            <a:extLst>
              <a:ext uri="{FF2B5EF4-FFF2-40B4-BE49-F238E27FC236}">
                <a16:creationId xmlns:a16="http://schemas.microsoft.com/office/drawing/2014/main" id="{028B352A-3143-A951-EC73-C7A66A7CE32D}"/>
              </a:ext>
            </a:extLst>
          </p:cNvPr>
          <p:cNvCxnSpPr>
            <a:cxnSpLocks/>
          </p:cNvCxnSpPr>
          <p:nvPr/>
        </p:nvCxnSpPr>
        <p:spPr>
          <a:xfrm rot="10800000">
            <a:off x="10615834" y="9577465"/>
            <a:ext cx="191125" cy="28920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306;p18">
            <a:extLst>
              <a:ext uri="{FF2B5EF4-FFF2-40B4-BE49-F238E27FC236}">
                <a16:creationId xmlns:a16="http://schemas.microsoft.com/office/drawing/2014/main" id="{7CC38364-2388-E6AC-BCB2-58F307B8F892}"/>
              </a:ext>
            </a:extLst>
          </p:cNvPr>
          <p:cNvCxnSpPr>
            <a:cxnSpLocks/>
          </p:cNvCxnSpPr>
          <p:nvPr/>
        </p:nvCxnSpPr>
        <p:spPr>
          <a:xfrm flipH="1">
            <a:off x="11002049" y="9887845"/>
            <a:ext cx="220458" cy="9395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2" name="Google Shape;307;p18">
            <a:extLst>
              <a:ext uri="{FF2B5EF4-FFF2-40B4-BE49-F238E27FC236}">
                <a16:creationId xmlns:a16="http://schemas.microsoft.com/office/drawing/2014/main" id="{2DB5CE86-34CA-C2FD-B442-0E0BEBF7DB4D}"/>
              </a:ext>
            </a:extLst>
          </p:cNvPr>
          <p:cNvSpPr/>
          <p:nvPr/>
        </p:nvSpPr>
        <p:spPr>
          <a:xfrm>
            <a:off x="10105385" y="9790953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3" name="Google Shape;308;p18">
            <a:extLst>
              <a:ext uri="{FF2B5EF4-FFF2-40B4-BE49-F238E27FC236}">
                <a16:creationId xmlns:a16="http://schemas.microsoft.com/office/drawing/2014/main" id="{73C3D9AA-267C-DA5E-70B3-80B2D7A06446}"/>
              </a:ext>
            </a:extLst>
          </p:cNvPr>
          <p:cNvSpPr/>
          <p:nvPr/>
        </p:nvSpPr>
        <p:spPr>
          <a:xfrm>
            <a:off x="10211069" y="9891825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4" name="Google Shape;309;p18">
            <a:extLst>
              <a:ext uri="{FF2B5EF4-FFF2-40B4-BE49-F238E27FC236}">
                <a16:creationId xmlns:a16="http://schemas.microsoft.com/office/drawing/2014/main" id="{5ABFDF1E-558A-4CAE-3FB5-85547B499EE3}"/>
              </a:ext>
            </a:extLst>
          </p:cNvPr>
          <p:cNvSpPr/>
          <p:nvPr/>
        </p:nvSpPr>
        <p:spPr>
          <a:xfrm>
            <a:off x="10340510" y="10026575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5" name="Google Shape;310;p18">
            <a:extLst>
              <a:ext uri="{FF2B5EF4-FFF2-40B4-BE49-F238E27FC236}">
                <a16:creationId xmlns:a16="http://schemas.microsoft.com/office/drawing/2014/main" id="{B38447AA-863F-34B3-97A8-3FA0CF52729C}"/>
              </a:ext>
            </a:extLst>
          </p:cNvPr>
          <p:cNvSpPr/>
          <p:nvPr/>
        </p:nvSpPr>
        <p:spPr>
          <a:xfrm>
            <a:off x="10561656" y="9913634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6" name="Google Shape;311;p18">
            <a:extLst>
              <a:ext uri="{FF2B5EF4-FFF2-40B4-BE49-F238E27FC236}">
                <a16:creationId xmlns:a16="http://schemas.microsoft.com/office/drawing/2014/main" id="{D55B514B-3FB4-DE07-A57D-9394473155EB}"/>
              </a:ext>
            </a:extLst>
          </p:cNvPr>
          <p:cNvSpPr/>
          <p:nvPr/>
        </p:nvSpPr>
        <p:spPr>
          <a:xfrm>
            <a:off x="10760000" y="9725297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7" name="Google Shape;312;p18">
            <a:extLst>
              <a:ext uri="{FF2B5EF4-FFF2-40B4-BE49-F238E27FC236}">
                <a16:creationId xmlns:a16="http://schemas.microsoft.com/office/drawing/2014/main" id="{1086335A-47AF-381F-4C92-47A324DC8E89}"/>
              </a:ext>
            </a:extLst>
          </p:cNvPr>
          <p:cNvSpPr/>
          <p:nvPr/>
        </p:nvSpPr>
        <p:spPr>
          <a:xfrm>
            <a:off x="11150691" y="9710401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8" name="Google Shape;313;p18">
            <a:extLst>
              <a:ext uri="{FF2B5EF4-FFF2-40B4-BE49-F238E27FC236}">
                <a16:creationId xmlns:a16="http://schemas.microsoft.com/office/drawing/2014/main" id="{BC368A7F-3FDE-CB5F-BF81-F36A3AF93E0E}"/>
              </a:ext>
            </a:extLst>
          </p:cNvPr>
          <p:cNvSpPr/>
          <p:nvPr/>
        </p:nvSpPr>
        <p:spPr>
          <a:xfrm>
            <a:off x="10134145" y="9983300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9" name="Google Shape;314;p18">
            <a:extLst>
              <a:ext uri="{FF2B5EF4-FFF2-40B4-BE49-F238E27FC236}">
                <a16:creationId xmlns:a16="http://schemas.microsoft.com/office/drawing/2014/main" id="{37289B09-2766-B536-8838-45493E71D2EE}"/>
              </a:ext>
            </a:extLst>
          </p:cNvPr>
          <p:cNvSpPr/>
          <p:nvPr/>
        </p:nvSpPr>
        <p:spPr>
          <a:xfrm>
            <a:off x="10508891" y="9829148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0" name="Google Shape;315;p18">
            <a:extLst>
              <a:ext uri="{FF2B5EF4-FFF2-40B4-BE49-F238E27FC236}">
                <a16:creationId xmlns:a16="http://schemas.microsoft.com/office/drawing/2014/main" id="{35C0E135-D259-4D1A-33E3-A5C14AE63595}"/>
              </a:ext>
            </a:extLst>
          </p:cNvPr>
          <p:cNvSpPr/>
          <p:nvPr/>
        </p:nvSpPr>
        <p:spPr>
          <a:xfrm>
            <a:off x="10589672" y="9547578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1" name="Google Shape;316;p18">
            <a:extLst>
              <a:ext uri="{FF2B5EF4-FFF2-40B4-BE49-F238E27FC236}">
                <a16:creationId xmlns:a16="http://schemas.microsoft.com/office/drawing/2014/main" id="{309C9BDD-D607-2986-4E76-3F0C13A58541}"/>
              </a:ext>
            </a:extLst>
          </p:cNvPr>
          <p:cNvSpPr/>
          <p:nvPr/>
        </p:nvSpPr>
        <p:spPr>
          <a:xfrm>
            <a:off x="10775756" y="9829148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2" name="Google Shape;317;p18">
            <a:extLst>
              <a:ext uri="{FF2B5EF4-FFF2-40B4-BE49-F238E27FC236}">
                <a16:creationId xmlns:a16="http://schemas.microsoft.com/office/drawing/2014/main" id="{CA674386-CAD9-98C1-17B7-077DF7A43110}"/>
              </a:ext>
            </a:extLst>
          </p:cNvPr>
          <p:cNvSpPr/>
          <p:nvPr/>
        </p:nvSpPr>
        <p:spPr>
          <a:xfrm>
            <a:off x="10959356" y="9948620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3" name="Google Shape;318;p18">
            <a:extLst>
              <a:ext uri="{FF2B5EF4-FFF2-40B4-BE49-F238E27FC236}">
                <a16:creationId xmlns:a16="http://schemas.microsoft.com/office/drawing/2014/main" id="{B0DE4801-FE74-EFE7-8671-CB1BD6117899}"/>
              </a:ext>
            </a:extLst>
          </p:cNvPr>
          <p:cNvSpPr/>
          <p:nvPr/>
        </p:nvSpPr>
        <p:spPr>
          <a:xfrm>
            <a:off x="11186499" y="9863523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4" name="Google Shape;320;p18">
            <a:extLst>
              <a:ext uri="{FF2B5EF4-FFF2-40B4-BE49-F238E27FC236}">
                <a16:creationId xmlns:a16="http://schemas.microsoft.com/office/drawing/2014/main" id="{59DB266A-DD9F-EA7E-54B2-2B43FF9733A4}"/>
              </a:ext>
            </a:extLst>
          </p:cNvPr>
          <p:cNvSpPr/>
          <p:nvPr/>
        </p:nvSpPr>
        <p:spPr>
          <a:xfrm>
            <a:off x="11654458" y="9755496"/>
            <a:ext cx="109507" cy="116681"/>
          </a:xfrm>
          <a:prstGeom prst="rect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>
              <a:solidFill>
                <a:schemeClr val="dk1"/>
              </a:solidFill>
            </a:endParaRPr>
          </a:p>
        </p:txBody>
      </p:sp>
      <p:sp>
        <p:nvSpPr>
          <p:cNvPr id="555" name="Google Shape;321;p18">
            <a:extLst>
              <a:ext uri="{FF2B5EF4-FFF2-40B4-BE49-F238E27FC236}">
                <a16:creationId xmlns:a16="http://schemas.microsoft.com/office/drawing/2014/main" id="{D428E07F-5067-19E9-C303-FFEB907F6319}"/>
              </a:ext>
            </a:extLst>
          </p:cNvPr>
          <p:cNvSpPr txBox="1"/>
          <p:nvPr/>
        </p:nvSpPr>
        <p:spPr>
          <a:xfrm>
            <a:off x="11701136" y="9591119"/>
            <a:ext cx="1924501" cy="39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engagement_sentiment()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6" name="Google Shape;322;p18">
            <a:extLst>
              <a:ext uri="{FF2B5EF4-FFF2-40B4-BE49-F238E27FC236}">
                <a16:creationId xmlns:a16="http://schemas.microsoft.com/office/drawing/2014/main" id="{E4774A0A-0A4E-9937-D1EC-263369B7B816}"/>
              </a:ext>
            </a:extLst>
          </p:cNvPr>
          <p:cNvSpPr txBox="1"/>
          <p:nvPr/>
        </p:nvSpPr>
        <p:spPr>
          <a:xfrm>
            <a:off x="11701136" y="9266205"/>
            <a:ext cx="2332976" cy="39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-US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ngagement_communication()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7" name="Google Shape;292;p18">
            <a:extLst>
              <a:ext uri="{FF2B5EF4-FFF2-40B4-BE49-F238E27FC236}">
                <a16:creationId xmlns:a16="http://schemas.microsoft.com/office/drawing/2014/main" id="{112830B0-8576-E526-E10F-B159453CA614}"/>
              </a:ext>
            </a:extLst>
          </p:cNvPr>
          <p:cNvSpPr/>
          <p:nvPr/>
        </p:nvSpPr>
        <p:spPr>
          <a:xfrm>
            <a:off x="9735851" y="7184574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8" name="Google Shape;293;p18">
            <a:extLst>
              <a:ext uri="{FF2B5EF4-FFF2-40B4-BE49-F238E27FC236}">
                <a16:creationId xmlns:a16="http://schemas.microsoft.com/office/drawing/2014/main" id="{E9AAD38E-7045-620B-CAC7-2B5E3D30A062}"/>
              </a:ext>
            </a:extLst>
          </p:cNvPr>
          <p:cNvSpPr txBox="1"/>
          <p:nvPr/>
        </p:nvSpPr>
        <p:spPr>
          <a:xfrm>
            <a:off x="9628606" y="7151937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0.3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59" name="Google Shape;292;p18">
            <a:extLst>
              <a:ext uri="{FF2B5EF4-FFF2-40B4-BE49-F238E27FC236}">
                <a16:creationId xmlns:a16="http://schemas.microsoft.com/office/drawing/2014/main" id="{34B24FEB-B647-2FFC-9531-147CCB4141D8}"/>
              </a:ext>
            </a:extLst>
          </p:cNvPr>
          <p:cNvSpPr/>
          <p:nvPr/>
        </p:nvSpPr>
        <p:spPr>
          <a:xfrm>
            <a:off x="12432773" y="7027645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60" name="Google Shape;293;p18">
            <a:extLst>
              <a:ext uri="{FF2B5EF4-FFF2-40B4-BE49-F238E27FC236}">
                <a16:creationId xmlns:a16="http://schemas.microsoft.com/office/drawing/2014/main" id="{AABFA1BB-4420-D931-12FC-CA2453DAC574}"/>
              </a:ext>
            </a:extLst>
          </p:cNvPr>
          <p:cNvSpPr txBox="1"/>
          <p:nvPr/>
        </p:nvSpPr>
        <p:spPr>
          <a:xfrm>
            <a:off x="12382678" y="6995008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2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61" name="Google Shape;292;p18">
            <a:extLst>
              <a:ext uri="{FF2B5EF4-FFF2-40B4-BE49-F238E27FC236}">
                <a16:creationId xmlns:a16="http://schemas.microsoft.com/office/drawing/2014/main" id="{710DAC85-71C1-3BB1-D396-A988A752FE18}"/>
              </a:ext>
            </a:extLst>
          </p:cNvPr>
          <p:cNvSpPr/>
          <p:nvPr/>
        </p:nvSpPr>
        <p:spPr>
          <a:xfrm>
            <a:off x="9612245" y="6895377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62" name="Google Shape;293;p18">
            <a:extLst>
              <a:ext uri="{FF2B5EF4-FFF2-40B4-BE49-F238E27FC236}">
                <a16:creationId xmlns:a16="http://schemas.microsoft.com/office/drawing/2014/main" id="{6596327A-DA23-81C3-3567-6BD7F145B928}"/>
              </a:ext>
            </a:extLst>
          </p:cNvPr>
          <p:cNvSpPr txBox="1"/>
          <p:nvPr/>
        </p:nvSpPr>
        <p:spPr>
          <a:xfrm>
            <a:off x="9568500" y="6862740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2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63" name="Google Shape;292;p18">
            <a:extLst>
              <a:ext uri="{FF2B5EF4-FFF2-40B4-BE49-F238E27FC236}">
                <a16:creationId xmlns:a16="http://schemas.microsoft.com/office/drawing/2014/main" id="{1EC68D32-79D9-80EC-9254-C4128AD89196}"/>
              </a:ext>
            </a:extLst>
          </p:cNvPr>
          <p:cNvSpPr/>
          <p:nvPr/>
        </p:nvSpPr>
        <p:spPr>
          <a:xfrm>
            <a:off x="9864308" y="6903624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64" name="Google Shape;293;p18">
            <a:extLst>
              <a:ext uri="{FF2B5EF4-FFF2-40B4-BE49-F238E27FC236}">
                <a16:creationId xmlns:a16="http://schemas.microsoft.com/office/drawing/2014/main" id="{E9F0AD8B-3705-69FE-85D5-DC58D03859DD}"/>
              </a:ext>
            </a:extLst>
          </p:cNvPr>
          <p:cNvSpPr txBox="1"/>
          <p:nvPr/>
        </p:nvSpPr>
        <p:spPr>
          <a:xfrm>
            <a:off x="9757063" y="6870987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pic>
        <p:nvPicPr>
          <p:cNvPr id="565" name="Google Shape;248;p18">
            <a:extLst>
              <a:ext uri="{FF2B5EF4-FFF2-40B4-BE49-F238E27FC236}">
                <a16:creationId xmlns:a16="http://schemas.microsoft.com/office/drawing/2014/main" id="{5A27AE24-5BE0-D04A-E4AD-F455D82969E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13212" y="7510041"/>
            <a:ext cx="809211" cy="47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249;p18">
            <a:extLst>
              <a:ext uri="{FF2B5EF4-FFF2-40B4-BE49-F238E27FC236}">
                <a16:creationId xmlns:a16="http://schemas.microsoft.com/office/drawing/2014/main" id="{427C6920-E116-A33F-DD17-4EB96C9B4814}"/>
              </a:ext>
            </a:extLst>
          </p:cNvPr>
          <p:cNvCxnSpPr>
            <a:cxnSpLocks/>
          </p:cNvCxnSpPr>
          <p:nvPr/>
        </p:nvCxnSpPr>
        <p:spPr>
          <a:xfrm>
            <a:off x="10149297" y="8053795"/>
            <a:ext cx="547919" cy="2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7" name="Google Shape;253;p18">
            <a:extLst>
              <a:ext uri="{FF2B5EF4-FFF2-40B4-BE49-F238E27FC236}">
                <a16:creationId xmlns:a16="http://schemas.microsoft.com/office/drawing/2014/main" id="{31A9F53D-C532-40B0-CDE7-7877760D938D}"/>
              </a:ext>
            </a:extLst>
          </p:cNvPr>
          <p:cNvSpPr txBox="1"/>
          <p:nvPr/>
        </p:nvSpPr>
        <p:spPr>
          <a:xfrm>
            <a:off x="10609063" y="7509733"/>
            <a:ext cx="1416856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 Window 2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8" name="Google Shape;254;p18">
            <a:extLst>
              <a:ext uri="{FF2B5EF4-FFF2-40B4-BE49-F238E27FC236}">
                <a16:creationId xmlns:a16="http://schemas.microsoft.com/office/drawing/2014/main" id="{A4E4E6B8-28F1-B75E-B539-4186290D10E0}"/>
              </a:ext>
            </a:extLst>
          </p:cNvPr>
          <p:cNvSpPr txBox="1"/>
          <p:nvPr/>
        </p:nvSpPr>
        <p:spPr>
          <a:xfrm>
            <a:off x="11832014" y="7508368"/>
            <a:ext cx="678035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9" name="Google Shape;255;p18">
            <a:extLst>
              <a:ext uri="{FF2B5EF4-FFF2-40B4-BE49-F238E27FC236}">
                <a16:creationId xmlns:a16="http://schemas.microsoft.com/office/drawing/2014/main" id="{FF0F49DA-E83B-F2DC-4B3D-C11299D3F71A}"/>
              </a:ext>
            </a:extLst>
          </p:cNvPr>
          <p:cNvSpPr txBox="1"/>
          <p:nvPr/>
        </p:nvSpPr>
        <p:spPr>
          <a:xfrm>
            <a:off x="12523990" y="7508054"/>
            <a:ext cx="537849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0" name="Google Shape;292;p18">
            <a:extLst>
              <a:ext uri="{FF2B5EF4-FFF2-40B4-BE49-F238E27FC236}">
                <a16:creationId xmlns:a16="http://schemas.microsoft.com/office/drawing/2014/main" id="{DD7CA647-302A-9FEE-32FE-14846E3D6D26}"/>
              </a:ext>
            </a:extLst>
          </p:cNvPr>
          <p:cNvSpPr/>
          <p:nvPr/>
        </p:nvSpPr>
        <p:spPr>
          <a:xfrm>
            <a:off x="12292076" y="7605980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71" name="Google Shape;293;p18">
            <a:extLst>
              <a:ext uri="{FF2B5EF4-FFF2-40B4-BE49-F238E27FC236}">
                <a16:creationId xmlns:a16="http://schemas.microsoft.com/office/drawing/2014/main" id="{A1C991A3-C666-1AD4-A61F-C26614542400}"/>
              </a:ext>
            </a:extLst>
          </p:cNvPr>
          <p:cNvSpPr txBox="1"/>
          <p:nvPr/>
        </p:nvSpPr>
        <p:spPr>
          <a:xfrm>
            <a:off x="12153873" y="7573343"/>
            <a:ext cx="564637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0.01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72" name="Google Shape;292;p18">
            <a:extLst>
              <a:ext uri="{FF2B5EF4-FFF2-40B4-BE49-F238E27FC236}">
                <a16:creationId xmlns:a16="http://schemas.microsoft.com/office/drawing/2014/main" id="{9148A471-1C99-2387-7651-C53053FF9876}"/>
              </a:ext>
            </a:extLst>
          </p:cNvPr>
          <p:cNvSpPr/>
          <p:nvPr/>
        </p:nvSpPr>
        <p:spPr>
          <a:xfrm>
            <a:off x="10149975" y="7737174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73" name="Google Shape;293;p18">
            <a:extLst>
              <a:ext uri="{FF2B5EF4-FFF2-40B4-BE49-F238E27FC236}">
                <a16:creationId xmlns:a16="http://schemas.microsoft.com/office/drawing/2014/main" id="{6ACCEAF1-571E-E88D-F046-ADF6665F3265}"/>
              </a:ext>
            </a:extLst>
          </p:cNvPr>
          <p:cNvSpPr txBox="1"/>
          <p:nvPr/>
        </p:nvSpPr>
        <p:spPr>
          <a:xfrm>
            <a:off x="10042730" y="7704537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0.8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74" name="Google Shape;292;p18">
            <a:extLst>
              <a:ext uri="{FF2B5EF4-FFF2-40B4-BE49-F238E27FC236}">
                <a16:creationId xmlns:a16="http://schemas.microsoft.com/office/drawing/2014/main" id="{4AF1D507-74FA-21B8-8F58-BAD083506071}"/>
              </a:ext>
            </a:extLst>
          </p:cNvPr>
          <p:cNvSpPr/>
          <p:nvPr/>
        </p:nvSpPr>
        <p:spPr>
          <a:xfrm>
            <a:off x="12969116" y="7601498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75" name="Google Shape;293;p18">
            <a:extLst>
              <a:ext uri="{FF2B5EF4-FFF2-40B4-BE49-F238E27FC236}">
                <a16:creationId xmlns:a16="http://schemas.microsoft.com/office/drawing/2014/main" id="{94B76E4B-C43F-0CBA-8FC7-D8A576EC448C}"/>
              </a:ext>
            </a:extLst>
          </p:cNvPr>
          <p:cNvSpPr txBox="1"/>
          <p:nvPr/>
        </p:nvSpPr>
        <p:spPr>
          <a:xfrm>
            <a:off x="12919021" y="7578386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192" name="Google Shape;292;p18">
            <a:extLst>
              <a:ext uri="{FF2B5EF4-FFF2-40B4-BE49-F238E27FC236}">
                <a16:creationId xmlns:a16="http://schemas.microsoft.com/office/drawing/2014/main" id="{45F2E523-394B-6900-CFF3-701919CB6D47}"/>
              </a:ext>
            </a:extLst>
          </p:cNvPr>
          <p:cNvSpPr/>
          <p:nvPr/>
        </p:nvSpPr>
        <p:spPr>
          <a:xfrm>
            <a:off x="10148588" y="7469230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93" name="Google Shape;293;p18">
            <a:extLst>
              <a:ext uri="{FF2B5EF4-FFF2-40B4-BE49-F238E27FC236}">
                <a16:creationId xmlns:a16="http://schemas.microsoft.com/office/drawing/2014/main" id="{9F454ACD-285F-9B8A-4615-AF05006F0F5D}"/>
              </a:ext>
            </a:extLst>
          </p:cNvPr>
          <p:cNvSpPr txBox="1"/>
          <p:nvPr/>
        </p:nvSpPr>
        <p:spPr>
          <a:xfrm>
            <a:off x="10012771" y="7434212"/>
            <a:ext cx="57452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-0.5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194" name="Google Shape;292;p18">
            <a:extLst>
              <a:ext uri="{FF2B5EF4-FFF2-40B4-BE49-F238E27FC236}">
                <a16:creationId xmlns:a16="http://schemas.microsoft.com/office/drawing/2014/main" id="{AED6E957-FB0E-1B1D-3C51-6627BD0EBD69}"/>
              </a:ext>
            </a:extLst>
          </p:cNvPr>
          <p:cNvSpPr/>
          <p:nvPr/>
        </p:nvSpPr>
        <p:spPr>
          <a:xfrm>
            <a:off x="10400651" y="7477477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95" name="Google Shape;293;p18">
            <a:extLst>
              <a:ext uri="{FF2B5EF4-FFF2-40B4-BE49-F238E27FC236}">
                <a16:creationId xmlns:a16="http://schemas.microsoft.com/office/drawing/2014/main" id="{FB744BED-9278-1E82-7441-BF4C9B64FA3B}"/>
              </a:ext>
            </a:extLst>
          </p:cNvPr>
          <p:cNvSpPr txBox="1"/>
          <p:nvPr/>
        </p:nvSpPr>
        <p:spPr>
          <a:xfrm>
            <a:off x="10344206" y="7444840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196" name="Google Shape;292;p18">
            <a:extLst>
              <a:ext uri="{FF2B5EF4-FFF2-40B4-BE49-F238E27FC236}">
                <a16:creationId xmlns:a16="http://schemas.microsoft.com/office/drawing/2014/main" id="{ACC42535-6F44-5DD2-FE73-0BB0BF0E2D6C}"/>
              </a:ext>
            </a:extLst>
          </p:cNvPr>
          <p:cNvSpPr/>
          <p:nvPr/>
        </p:nvSpPr>
        <p:spPr>
          <a:xfrm>
            <a:off x="10412947" y="7745785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97" name="Google Shape;293;p18">
            <a:extLst>
              <a:ext uri="{FF2B5EF4-FFF2-40B4-BE49-F238E27FC236}">
                <a16:creationId xmlns:a16="http://schemas.microsoft.com/office/drawing/2014/main" id="{1683B79A-F842-A162-6674-A0C6DAED3C6F}"/>
              </a:ext>
            </a:extLst>
          </p:cNvPr>
          <p:cNvSpPr txBox="1"/>
          <p:nvPr/>
        </p:nvSpPr>
        <p:spPr>
          <a:xfrm>
            <a:off x="10274746" y="7710766"/>
            <a:ext cx="546544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0.27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198" name="Google Shape;389;p18">
            <a:extLst>
              <a:ext uri="{FF2B5EF4-FFF2-40B4-BE49-F238E27FC236}">
                <a16:creationId xmlns:a16="http://schemas.microsoft.com/office/drawing/2014/main" id="{50ED3D79-0703-235D-A387-19C845EF9512}"/>
              </a:ext>
            </a:extLst>
          </p:cNvPr>
          <p:cNvCxnSpPr>
            <a:cxnSpLocks/>
          </p:cNvCxnSpPr>
          <p:nvPr/>
        </p:nvCxnSpPr>
        <p:spPr>
          <a:xfrm>
            <a:off x="10394759" y="8180146"/>
            <a:ext cx="0" cy="32508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99" name="Google Shape;248;p18">
            <a:extLst>
              <a:ext uri="{FF2B5EF4-FFF2-40B4-BE49-F238E27FC236}">
                <a16:creationId xmlns:a16="http://schemas.microsoft.com/office/drawing/2014/main" id="{EE7D240E-9386-7DEA-0A01-42B566A235CE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54840" y="8480197"/>
            <a:ext cx="809211" cy="47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49;p18">
            <a:extLst>
              <a:ext uri="{FF2B5EF4-FFF2-40B4-BE49-F238E27FC236}">
                <a16:creationId xmlns:a16="http://schemas.microsoft.com/office/drawing/2014/main" id="{87FF321C-032D-2156-71CD-E5DC54635436}"/>
              </a:ext>
            </a:extLst>
          </p:cNvPr>
          <p:cNvCxnSpPr>
            <a:cxnSpLocks/>
          </p:cNvCxnSpPr>
          <p:nvPr/>
        </p:nvCxnSpPr>
        <p:spPr>
          <a:xfrm>
            <a:off x="10690925" y="9023951"/>
            <a:ext cx="547919" cy="2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53;p18">
            <a:extLst>
              <a:ext uri="{FF2B5EF4-FFF2-40B4-BE49-F238E27FC236}">
                <a16:creationId xmlns:a16="http://schemas.microsoft.com/office/drawing/2014/main" id="{E18C394A-B460-EA9B-4962-EA95F91B533F}"/>
              </a:ext>
            </a:extLst>
          </p:cNvPr>
          <p:cNvSpPr txBox="1"/>
          <p:nvPr/>
        </p:nvSpPr>
        <p:spPr>
          <a:xfrm>
            <a:off x="11150691" y="8479889"/>
            <a:ext cx="1416856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 Window n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2" name="Google Shape;254;p18">
            <a:extLst>
              <a:ext uri="{FF2B5EF4-FFF2-40B4-BE49-F238E27FC236}">
                <a16:creationId xmlns:a16="http://schemas.microsoft.com/office/drawing/2014/main" id="{C8DBA964-45DB-1964-6D75-4FC36E10F0D6}"/>
              </a:ext>
            </a:extLst>
          </p:cNvPr>
          <p:cNvSpPr txBox="1"/>
          <p:nvPr/>
        </p:nvSpPr>
        <p:spPr>
          <a:xfrm>
            <a:off x="12373642" y="8478524"/>
            <a:ext cx="678035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3" name="Google Shape;255;p18">
            <a:extLst>
              <a:ext uri="{FF2B5EF4-FFF2-40B4-BE49-F238E27FC236}">
                <a16:creationId xmlns:a16="http://schemas.microsoft.com/office/drawing/2014/main" id="{251C7ED0-2164-C94B-6409-FA8B3976E9E3}"/>
              </a:ext>
            </a:extLst>
          </p:cNvPr>
          <p:cNvSpPr txBox="1"/>
          <p:nvPr/>
        </p:nvSpPr>
        <p:spPr>
          <a:xfrm>
            <a:off x="13065618" y="8478210"/>
            <a:ext cx="537849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4" name="Google Shape;292;p18">
            <a:extLst>
              <a:ext uri="{FF2B5EF4-FFF2-40B4-BE49-F238E27FC236}">
                <a16:creationId xmlns:a16="http://schemas.microsoft.com/office/drawing/2014/main" id="{323B7FF8-3511-E37C-F3C8-2539D091EDDC}"/>
              </a:ext>
            </a:extLst>
          </p:cNvPr>
          <p:cNvSpPr/>
          <p:nvPr/>
        </p:nvSpPr>
        <p:spPr>
          <a:xfrm>
            <a:off x="12833704" y="8576136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05" name="Google Shape;293;p18">
            <a:extLst>
              <a:ext uri="{FF2B5EF4-FFF2-40B4-BE49-F238E27FC236}">
                <a16:creationId xmlns:a16="http://schemas.microsoft.com/office/drawing/2014/main" id="{38C40302-5774-4646-F0A8-BDAA8AFC10A1}"/>
              </a:ext>
            </a:extLst>
          </p:cNvPr>
          <p:cNvSpPr txBox="1"/>
          <p:nvPr/>
        </p:nvSpPr>
        <p:spPr>
          <a:xfrm>
            <a:off x="12781309" y="8560582"/>
            <a:ext cx="314386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06" name="Google Shape;292;p18">
            <a:extLst>
              <a:ext uri="{FF2B5EF4-FFF2-40B4-BE49-F238E27FC236}">
                <a16:creationId xmlns:a16="http://schemas.microsoft.com/office/drawing/2014/main" id="{10394985-52F6-CD85-2A66-423FCDC88D04}"/>
              </a:ext>
            </a:extLst>
          </p:cNvPr>
          <p:cNvSpPr/>
          <p:nvPr/>
        </p:nvSpPr>
        <p:spPr>
          <a:xfrm>
            <a:off x="10691603" y="8707330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07" name="Google Shape;293;p18">
            <a:extLst>
              <a:ext uri="{FF2B5EF4-FFF2-40B4-BE49-F238E27FC236}">
                <a16:creationId xmlns:a16="http://schemas.microsoft.com/office/drawing/2014/main" id="{942DCA01-40B7-3620-79FE-4241CC7EB6F2}"/>
              </a:ext>
            </a:extLst>
          </p:cNvPr>
          <p:cNvSpPr txBox="1"/>
          <p:nvPr/>
        </p:nvSpPr>
        <p:spPr>
          <a:xfrm>
            <a:off x="10634578" y="8680065"/>
            <a:ext cx="352254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4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08" name="Google Shape;292;p18">
            <a:extLst>
              <a:ext uri="{FF2B5EF4-FFF2-40B4-BE49-F238E27FC236}">
                <a16:creationId xmlns:a16="http://schemas.microsoft.com/office/drawing/2014/main" id="{D135E9E6-F54B-C46A-FAA1-53FCBC419120}"/>
              </a:ext>
            </a:extLst>
          </p:cNvPr>
          <p:cNvSpPr/>
          <p:nvPr/>
        </p:nvSpPr>
        <p:spPr>
          <a:xfrm>
            <a:off x="13510744" y="8571654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09" name="Google Shape;293;p18">
            <a:extLst>
              <a:ext uri="{FF2B5EF4-FFF2-40B4-BE49-F238E27FC236}">
                <a16:creationId xmlns:a16="http://schemas.microsoft.com/office/drawing/2014/main" id="{5133E59B-BF43-694E-82E2-DB42703ED46A}"/>
              </a:ext>
            </a:extLst>
          </p:cNvPr>
          <p:cNvSpPr txBox="1"/>
          <p:nvPr/>
        </p:nvSpPr>
        <p:spPr>
          <a:xfrm>
            <a:off x="13425335" y="8550135"/>
            <a:ext cx="42294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14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10" name="Google Shape;292;p18">
            <a:extLst>
              <a:ext uri="{FF2B5EF4-FFF2-40B4-BE49-F238E27FC236}">
                <a16:creationId xmlns:a16="http://schemas.microsoft.com/office/drawing/2014/main" id="{8D290042-9981-02A1-B343-24BE203C7F33}"/>
              </a:ext>
            </a:extLst>
          </p:cNvPr>
          <p:cNvSpPr/>
          <p:nvPr/>
        </p:nvSpPr>
        <p:spPr>
          <a:xfrm>
            <a:off x="10704703" y="8441590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11" name="Google Shape;293;p18">
            <a:extLst>
              <a:ext uri="{FF2B5EF4-FFF2-40B4-BE49-F238E27FC236}">
                <a16:creationId xmlns:a16="http://schemas.microsoft.com/office/drawing/2014/main" id="{3DBEB95B-7170-8120-16BA-03C32F114B8D}"/>
              </a:ext>
            </a:extLst>
          </p:cNvPr>
          <p:cNvSpPr txBox="1"/>
          <p:nvPr/>
        </p:nvSpPr>
        <p:spPr>
          <a:xfrm>
            <a:off x="10650080" y="8414580"/>
            <a:ext cx="359792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18" name="Google Shape;320;p18">
            <a:extLst>
              <a:ext uri="{FF2B5EF4-FFF2-40B4-BE49-F238E27FC236}">
                <a16:creationId xmlns:a16="http://schemas.microsoft.com/office/drawing/2014/main" id="{778A14E5-F7A4-2CCB-4740-69652C04CA4C}"/>
              </a:ext>
            </a:extLst>
          </p:cNvPr>
          <p:cNvSpPr/>
          <p:nvPr/>
        </p:nvSpPr>
        <p:spPr>
          <a:xfrm>
            <a:off x="11654473" y="9426852"/>
            <a:ext cx="109507" cy="116681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>
              <a:solidFill>
                <a:schemeClr val="dk1"/>
              </a:solidFill>
            </a:endParaRPr>
          </a:p>
        </p:txBody>
      </p:sp>
      <p:sp>
        <p:nvSpPr>
          <p:cNvPr id="252" name="Google Shape;292;p18">
            <a:extLst>
              <a:ext uri="{FF2B5EF4-FFF2-40B4-BE49-F238E27FC236}">
                <a16:creationId xmlns:a16="http://schemas.microsoft.com/office/drawing/2014/main" id="{CACC4622-7F3D-025D-1179-2A56664B0286}"/>
              </a:ext>
            </a:extLst>
          </p:cNvPr>
          <p:cNvSpPr/>
          <p:nvPr/>
        </p:nvSpPr>
        <p:spPr>
          <a:xfrm>
            <a:off x="10947364" y="8721251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56" name="Google Shape;293;p18">
            <a:extLst>
              <a:ext uri="{FF2B5EF4-FFF2-40B4-BE49-F238E27FC236}">
                <a16:creationId xmlns:a16="http://schemas.microsoft.com/office/drawing/2014/main" id="{0CAEFEC6-38F5-4AD0-E00F-92FE7A68F2BB}"/>
              </a:ext>
            </a:extLst>
          </p:cNvPr>
          <p:cNvSpPr txBox="1"/>
          <p:nvPr/>
        </p:nvSpPr>
        <p:spPr>
          <a:xfrm>
            <a:off x="10861764" y="8690811"/>
            <a:ext cx="441140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10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57" name="Google Shape;232;p18">
            <a:extLst>
              <a:ext uri="{FF2B5EF4-FFF2-40B4-BE49-F238E27FC236}">
                <a16:creationId xmlns:a16="http://schemas.microsoft.com/office/drawing/2014/main" id="{A943BD4B-F46C-F990-C744-D46BE033E5CF}"/>
              </a:ext>
            </a:extLst>
          </p:cNvPr>
          <p:cNvSpPr txBox="1"/>
          <p:nvPr/>
        </p:nvSpPr>
        <p:spPr>
          <a:xfrm>
            <a:off x="9397411" y="5303963"/>
            <a:ext cx="4467375" cy="1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" sz="12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ngagement_communication()</a:t>
            </a:r>
            <a:br>
              <a:rPr lang="en" sz="12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Counts the overall number of messages a developer sent.</a:t>
            </a:r>
            <a:b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endParaRPr lang="en"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" sz="1200" b="1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ngagement_sentiment()</a:t>
            </a:r>
            <a:br>
              <a:rPr lang="en" sz="1200" b="1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Produces an engagement sentiment score.</a:t>
            </a:r>
            <a:endParaRPr sz="1200" b="1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0" name="Picture 19" descr="A picture containing text&#10;&#10;Description automatically generated">
            <a:extLst>
              <a:ext uri="{FF2B5EF4-FFF2-40B4-BE49-F238E27FC236}">
                <a16:creationId xmlns:a16="http://schemas.microsoft.com/office/drawing/2014/main" id="{EAB0A844-D66C-4F8C-5FCA-2B0A2BED32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071" y="5074150"/>
            <a:ext cx="423964" cy="492345"/>
          </a:xfrm>
          <a:prstGeom prst="rect">
            <a:avLst/>
          </a:prstGeom>
        </p:spPr>
      </p:pic>
      <p:sp>
        <p:nvSpPr>
          <p:cNvPr id="5" name="Line">
            <a:extLst>
              <a:ext uri="{FF2B5EF4-FFF2-40B4-BE49-F238E27FC236}">
                <a16:creationId xmlns:a16="http://schemas.microsoft.com/office/drawing/2014/main" id="{5DF8A8BB-A29C-1CF4-5015-957D3F87E65A}"/>
              </a:ext>
            </a:extLst>
          </p:cNvPr>
          <p:cNvSpPr/>
          <p:nvPr/>
        </p:nvSpPr>
        <p:spPr>
          <a:xfrm flipV="1">
            <a:off x="411063" y="1826396"/>
            <a:ext cx="3269397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2726B145-741C-BB5A-81D1-26B87B46A0CE}"/>
              </a:ext>
            </a:extLst>
          </p:cNvPr>
          <p:cNvSpPr/>
          <p:nvPr/>
        </p:nvSpPr>
        <p:spPr>
          <a:xfrm flipV="1">
            <a:off x="4467992" y="1826396"/>
            <a:ext cx="3273552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76BA2772-7DE8-965D-EEB9-953AB9C37F89}"/>
              </a:ext>
            </a:extLst>
          </p:cNvPr>
          <p:cNvSpPr/>
          <p:nvPr/>
        </p:nvSpPr>
        <p:spPr>
          <a:xfrm>
            <a:off x="9474332" y="1825338"/>
            <a:ext cx="3273552" cy="1057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E8700110-A7F4-6B34-5CCA-3319B01FC8A9}"/>
              </a:ext>
            </a:extLst>
          </p:cNvPr>
          <p:cNvSpPr/>
          <p:nvPr/>
        </p:nvSpPr>
        <p:spPr>
          <a:xfrm>
            <a:off x="9474332" y="4275552"/>
            <a:ext cx="3273552" cy="1057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0624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587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Source Sans 3 Light</vt:lpstr>
      <vt:lpstr>Source Sans 3 SemiBold</vt:lpstr>
      <vt:lpstr>Source Sans 3</vt:lpstr>
      <vt:lpstr>Helvetica Neue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Adam G</dc:creator>
  <cp:lastModifiedBy>Adam G</cp:lastModifiedBy>
  <cp:revision>27</cp:revision>
  <dcterms:modified xsi:type="dcterms:W3CDTF">2026-05-09T13:25:56Z</dcterms:modified>
</cp:coreProperties>
</file>