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3970000" cy="10795000"/>
  <p:notesSz cx="6858000" cy="9144000"/>
  <p:embeddedFontLst>
    <p:embeddedFont>
      <p:font typeface="Helvetica Neue" panose="020B0604020202020204" charset="0"/>
      <p:regular r:id="rId14"/>
      <p:bold r:id="rId15"/>
      <p:italic r:id="rId16"/>
      <p:boldItalic r:id="rId17"/>
    </p:embeddedFont>
    <p:embeddedFont>
      <p:font typeface="Source Sans 3" panose="020B0303030403020204" pitchFamily="34" charset="0"/>
      <p:regular r:id="rId18"/>
      <p:bold r:id="rId19"/>
      <p:italic r:id="rId20"/>
      <p:boldItalic r:id="rId21"/>
    </p:embeddedFont>
    <p:embeddedFont>
      <p:font typeface="Source Sans 3 Light" panose="020B0303030403020204" pitchFamily="34" charset="0"/>
      <p:regular r:id="rId22"/>
    </p:embeddedFont>
    <p:embeddedFont>
      <p:font typeface="Source Sans 3 SemiBold" panose="020B0303030403020204" pitchFamily="3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0" userDrawn="1">
          <p15:clr>
            <a:srgbClr val="747775"/>
          </p15:clr>
        </p15:guide>
        <p15:guide id="2" pos="440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mantha Limo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DB5"/>
    <a:srgbClr val="B7B7B7"/>
    <a:srgbClr val="E066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17" autoAdjust="0"/>
    <p:restoredTop sz="88605" autoAdjust="0"/>
  </p:normalViewPr>
  <p:slideViewPr>
    <p:cSldViewPr snapToGrid="0">
      <p:cViewPr>
        <p:scale>
          <a:sx n="66" d="100"/>
          <a:sy n="66" d="100"/>
        </p:scale>
        <p:origin x="2271" y="0"/>
      </p:cViewPr>
      <p:guideLst>
        <p:guide orient="horz" pos="3400"/>
        <p:guide pos="44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4-11T02:48:59.615" idx="1">
    <p:pos x="1844" y="1100"/>
    <p:text>link to doodle: https://drive.google.com/file/d/1pA4wZ1nwjYb0nob5lq2VO7y5n3vQFn--/view?usp=sharing</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github.com/sailuh/kaiaulu/pull/347/changes#diff-410622b0b81c7706813f954374bf25cc0f75a5e73064edcaae6e17d1e8366cbc"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github.com/sailuh/kaiaulu/pull/347/changes#diff-93170c206bbe5c492a0430b7c4dea9c5079a83c6717%E2%80%A6"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sailuh/kaiaulu/pull/347/changes#diff-410622b0b81c7706813f954374bf25cc0f75a5e73064edcaae6e17d1e8366cbc"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github.com/sailuh/kaiaulu/pull/347/changes#diff-93170c206bbe5c492a0430b7c4dea9c5079a83c6717%E2%80%A6"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ithub.com/sailuh/kaiaulu/pull/347/changes#diff-410622b0b81c7706813f954374bf25cc0f75a5e73064edcaae6e17d1e8366cbc"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there could be another header for integration and related vignettes. Could diagram how the data you obtain passes down to me which I can then use for functions. My functions in turn output data tables.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d4d6e36495_1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d4d6e3649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there could be another header for integration and related vignettes. Could diagram how the data you obtain passes down to me which I can then use for functions. My functions in turn output data tables.</a:t>
            </a:r>
            <a:endParaRPr/>
          </a:p>
          <a:p>
            <a:pPr marL="0" lvl="0" indent="0" algn="l" rtl="0">
              <a:spcBef>
                <a:spcPts val="0"/>
              </a:spcBef>
              <a:spcAft>
                <a:spcPts val="0"/>
              </a:spcAft>
              <a:buNone/>
            </a:pPr>
            <a:endParaRPr/>
          </a:p>
          <a:p>
            <a:pPr marL="0" lvl="0" indent="0" algn="l" rtl="0">
              <a:spcBef>
                <a:spcPts val="0"/>
              </a:spcBef>
              <a:spcAft>
                <a:spcPts val="0"/>
              </a:spcAft>
              <a:buNone/>
            </a:pPr>
            <a:r>
              <a:rPr lang="en"/>
              <a:t>Add sentiment analysis notebook: </a:t>
            </a:r>
            <a:r>
              <a:rPr lang="en" u="sng">
                <a:solidFill>
                  <a:schemeClr val="hlink"/>
                </a:solidFill>
                <a:hlinkClick r:id="rId3"/>
              </a:rPr>
              <a:t>https://github.com/sailuh/kaiaulu/pull/347/changes#diff-410622b0b81c7706813f954374bf25cc0f75a5e73064edcaae6e17d1e8366cbc</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The line of code with system2: </a:t>
            </a:r>
            <a:r>
              <a:rPr lang="en" u="sng">
                <a:solidFill>
                  <a:schemeClr val="hlink"/>
                </a:solidFill>
                <a:hlinkClick r:id="rId4"/>
              </a:rPr>
              <a:t>https://github.com/sailuh/kaiaulu/pull/347/changes#diff-93170c206bbe5c492a0430b7c4dea9c5079a83c6717…</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e7dfd2fc9_1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e7dfd2fc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there could be another header for integration and related vignettes. Could diagram how the data you obtain passes down to me which I can then use for functions. My functions in turn output data tables.</a:t>
            </a:r>
            <a:endParaRPr/>
          </a:p>
          <a:p>
            <a:pPr marL="0" lvl="0" indent="0" algn="l" rtl="0">
              <a:spcBef>
                <a:spcPts val="0"/>
              </a:spcBef>
              <a:spcAft>
                <a:spcPts val="0"/>
              </a:spcAft>
              <a:buNone/>
            </a:pPr>
            <a:endParaRPr/>
          </a:p>
          <a:p>
            <a:pPr marL="0" lvl="0" indent="0" algn="l" rtl="0">
              <a:spcBef>
                <a:spcPts val="0"/>
              </a:spcBef>
              <a:spcAft>
                <a:spcPts val="0"/>
              </a:spcAft>
              <a:buNone/>
            </a:pPr>
            <a:r>
              <a:rPr lang="en"/>
              <a:t>Add sentiment analysis notebook: </a:t>
            </a:r>
            <a:r>
              <a:rPr lang="en" u="sng">
                <a:solidFill>
                  <a:schemeClr val="hlink"/>
                </a:solidFill>
                <a:hlinkClick r:id="rId3"/>
              </a:rPr>
              <a:t>https://github.com/sailuh/kaiaulu/pull/347/changes#diff-410622b0b81c7706813f954374bf25cc0f75a5e73064edcaae6e17d1e8366cbc</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The line of code with system2: </a:t>
            </a:r>
            <a:r>
              <a:rPr lang="en" u="sng">
                <a:solidFill>
                  <a:schemeClr val="hlink"/>
                </a:solidFill>
                <a:hlinkClick r:id="rId4"/>
              </a:rPr>
              <a:t>https://github.com/sailuh/kaiaulu/pull/347/changes#diff-93170c206bbe5c492a0430b7c4dea9c5079a83c6717…</a:t>
            </a: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ec5cf9c38_1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ec5cf9c3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Reordered names in bottom credits so I come first and then Samantha second.</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Changed the numbering from superscripts to just regular numbers inside parenthesis for the diagram and text.</a:t>
            </a:r>
            <a:endParaRPr dirty="0">
              <a:solidFill>
                <a:schemeClr val="dk1"/>
              </a:solidFill>
            </a:endParaRPr>
          </a:p>
          <a:p>
            <a:pPr marL="0" lvl="0" indent="0" algn="l" rtl="0">
              <a:spcBef>
                <a:spcPts val="0"/>
              </a:spcBef>
              <a:spcAft>
                <a:spcPts val="0"/>
              </a:spcAft>
              <a:buNone/>
            </a:pPr>
            <a:endParaRPr dirty="0"/>
          </a:p>
          <a:p>
            <a:pPr marL="0" lvl="0" indent="0" algn="l" rtl="0">
              <a:spcBef>
                <a:spcPts val="0"/>
              </a:spcBef>
              <a:spcAft>
                <a:spcPts val="0"/>
              </a:spcAft>
              <a:buNone/>
            </a:pPr>
            <a:r>
              <a:rPr lang="en" dirty="0"/>
              <a:t>The “About” section was reworded: it acknowledges that Kaiaulu allows for the download of comment data (with the refresher cheatsheet mentioned in parenthesis) and that this cheatsheet showcases the use of these comments for sentiment analysis.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 the middle diagram in the comments box, I added </a:t>
            </a:r>
            <a:r>
              <a:rPr lang="en" dirty="0">
                <a:solidFill>
                  <a:schemeClr val="dk1"/>
                </a:solidFill>
              </a:rPr>
              <a:t>a vertical ellipsis with </a:t>
            </a:r>
            <a:r>
              <a:rPr lang="en" dirty="0"/>
              <a:t>another box below to represent that comments can come from other sources as well.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Changed the function call in the middle diagram from system2() to pysenti_predict() for Kaiaulu. pysenti_predict() is the actual function that it uses to predict the text sentiment. I also updated corresponding function in the below paragraph. [The sentiment analysis notebook for reference](</a:t>
            </a:r>
            <a:r>
              <a:rPr lang="en" u="sng" dirty="0">
                <a:solidFill>
                  <a:schemeClr val="hlink"/>
                </a:solidFill>
                <a:hlinkClick r:id="rId3"/>
              </a:rPr>
              <a:t>https://github.com/sailuh/kaiaulu/pull/347/changes#diff-410622b0b81c7706813f954374bf25cc0f75a5e73064edcaae6e17d1e8366cbc</a:t>
            </a:r>
            <a:r>
              <a:rPr lang="en"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 the bottom paragraph on the middle column, I made clear the specification of the script path in tools.yml for the sentiment classifier. I noted that it follows that of the paths for the other third-party tools that Kaiaulu uses.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Made it clear that Kaiaulu has a sentiment notebook titled sentiment_analysis.Rmd the user can interface with and mentioned the requirement of the downloaded comment data so that it can be passed to and utilized by the sentiment classifer.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Fixed engagement metric section by adding diagrams that represent the rolling window and associated time series.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d6bdaf8f06_0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d6bdaf8f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d6bdaf8f06_0_46: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Be creative on right-hand side diagram. See how the “Engagement Metric” portion would look as small list of the functions </a:t>
            </a:r>
            <a:r>
              <a:rPr lang="en">
                <a:solidFill>
                  <a:schemeClr val="dk1"/>
                </a:solidFill>
              </a:rPr>
              <a:t>rather than a text block explanation.</a:t>
            </a:r>
            <a:endParaRPr/>
          </a:p>
          <a:p>
            <a:pPr marL="914400" lvl="1" indent="-298450" algn="l" rtl="0">
              <a:spcBef>
                <a:spcPts val="0"/>
              </a:spcBef>
              <a:spcAft>
                <a:spcPts val="0"/>
              </a:spcAft>
              <a:buSzPts val="1100"/>
              <a:buChar char="-"/>
            </a:pPr>
            <a:r>
              <a:rPr lang="en"/>
              <a:t>Make another slide version for iteration 6 (after all the other edits) that substitutes the “Engagement Metric” section text for the functions with some associated text (see the GitHub comments cheatsheet). If I can fit at least two functions in there, one would be a bolded blue for engagement_sentiment() and the other would be a bolded grey for the other engagement metric. But no need for the black connecting lines as seen in the GitHub comments cheatsheet.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8FAFF076-EF6A-9A86-9E8A-F1CB3B9293BA}"/>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5657154B-786A-5412-186E-3F8ABD9C0BA3}"/>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93E3F6D7-A9D4-432E-E2EC-4E4061A94B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15950" lvl="1" indent="0" algn="l" rtl="0">
              <a:spcBef>
                <a:spcPts val="0"/>
              </a:spcBef>
              <a:spcAft>
                <a:spcPts val="0"/>
              </a:spcAft>
              <a:buSzPts val="1100"/>
              <a:buNone/>
            </a:pPr>
            <a:r>
              <a:rPr lang="en" dirty="0"/>
              <a:t>Alternate iteration 6 that substitutes the “Engagement Metric” section text for the functions with some associated text (see the GitHub comments cheatsheet).</a:t>
            </a:r>
            <a:endParaRPr dirty="0"/>
          </a:p>
        </p:txBody>
      </p:sp>
    </p:spTree>
    <p:extLst>
      <p:ext uri="{BB962C8B-B14F-4D97-AF65-F5344CB8AC3E}">
        <p14:creationId xmlns:p14="http://schemas.microsoft.com/office/powerpoint/2010/main" val="2080805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49C2450C-49A5-5810-4A21-F613994EDD82}"/>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B5A1A2DA-61B4-6C11-EEB6-5AB829DD554F}"/>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78A5B181-8AFA-143E-B558-E816C34433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lvl="0" indent="0" algn="l" rtl="0">
              <a:spcBef>
                <a:spcPts val="0"/>
              </a:spcBef>
              <a:spcAft>
                <a:spcPts val="0"/>
              </a:spcAft>
              <a:buSzPts val="1100"/>
              <a:buNone/>
            </a:pPr>
            <a:endParaRPr dirty="0"/>
          </a:p>
        </p:txBody>
      </p:sp>
    </p:spTree>
    <p:extLst>
      <p:ext uri="{BB962C8B-B14F-4D97-AF65-F5344CB8AC3E}">
        <p14:creationId xmlns:p14="http://schemas.microsoft.com/office/powerpoint/2010/main" val="1512219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DCBE0FD3-3C68-8F16-FCCC-E287FEF307C8}"/>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62724CA7-DF7E-9C1D-6A6A-04DA254B59AA}"/>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46A295B5-2114-13AD-2E42-572D8ADBD0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Be creative on right-hand side diagram. See how the “Engagement Metric” portion would look as small list of the functions </a:t>
            </a:r>
            <a:r>
              <a:rPr lang="en">
                <a:solidFill>
                  <a:schemeClr val="dk1"/>
                </a:solidFill>
              </a:rPr>
              <a:t>rather than a text block explanation.</a:t>
            </a:r>
            <a:endParaRPr/>
          </a:p>
          <a:p>
            <a:pPr marL="914400" lvl="1" indent="-298450" algn="l" rtl="0">
              <a:spcBef>
                <a:spcPts val="0"/>
              </a:spcBef>
              <a:spcAft>
                <a:spcPts val="0"/>
              </a:spcAft>
              <a:buSzPts val="1100"/>
              <a:buChar char="-"/>
            </a:pPr>
            <a:r>
              <a:rPr lang="en"/>
              <a:t>Make another slide version for iteration 6 (after all the other edits) that substitutes the “Engagement Metric” section text for the functions with some associated text (see the GitHub comments cheatsheet). If I can fit at least two functions in there, one would be a bolded blue for engagement_sentiment() and the other would be a bolded grey for the other engagement metric. But no need for the black connecting lines as seen in the GitHub comments cheatsheet.</a:t>
            </a:r>
            <a:endParaRPr/>
          </a:p>
        </p:txBody>
      </p:sp>
    </p:spTree>
    <p:extLst>
      <p:ext uri="{BB962C8B-B14F-4D97-AF65-F5344CB8AC3E}">
        <p14:creationId xmlns:p14="http://schemas.microsoft.com/office/powerpoint/2010/main" val="3302723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BF9DE98F-B322-9C28-ABCC-E5BA705734EB}"/>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2079FAC7-34A1-DAED-E191-34B63207D028}"/>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657B4C1E-2A48-AF46-A967-3087636E40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dirty="0"/>
          </a:p>
        </p:txBody>
      </p:sp>
    </p:spTree>
    <p:extLst>
      <p:ext uri="{BB962C8B-B14F-4D97-AF65-F5344CB8AC3E}">
        <p14:creationId xmlns:p14="http://schemas.microsoft.com/office/powerpoint/2010/main" val="3132621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D3B23A6B-A1DB-7A80-F2B2-21D1B3D5D2F7}"/>
            </a:ext>
          </a:extLst>
        </p:cNvPr>
        <p:cNvGrpSpPr/>
        <p:nvPr/>
      </p:nvGrpSpPr>
      <p:grpSpPr>
        <a:xfrm>
          <a:off x="0" y="0"/>
          <a:ext cx="0" cy="0"/>
          <a:chOff x="0" y="0"/>
          <a:chExt cx="0" cy="0"/>
        </a:xfrm>
      </p:grpSpPr>
      <p:sp>
        <p:nvSpPr>
          <p:cNvPr id="209" name="Google Shape;209;g3d6bdaf8f06_0_46:notes">
            <a:extLst>
              <a:ext uri="{FF2B5EF4-FFF2-40B4-BE49-F238E27FC236}">
                <a16:creationId xmlns:a16="http://schemas.microsoft.com/office/drawing/2014/main" id="{A8A0997C-2B91-F470-6D5F-5E5368171C77}"/>
              </a:ext>
            </a:extLst>
          </p:cNvPr>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d6bdaf8f06_0_46:notes">
            <a:extLst>
              <a:ext uri="{FF2B5EF4-FFF2-40B4-BE49-F238E27FC236}">
                <a16:creationId xmlns:a16="http://schemas.microsoft.com/office/drawing/2014/main" id="{3335F671-DCAC-23EB-46A0-D4D36B53BA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dirty="0"/>
          </a:p>
        </p:txBody>
      </p:sp>
    </p:spTree>
    <p:extLst>
      <p:ext uri="{BB962C8B-B14F-4D97-AF65-F5344CB8AC3E}">
        <p14:creationId xmlns:p14="http://schemas.microsoft.com/office/powerpoint/2010/main" val="662489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76222" y="1562688"/>
            <a:ext cx="13017583" cy="4307926"/>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7945"/>
            </a:lvl1pPr>
            <a:lvl2pPr lvl="1" algn="ctr">
              <a:spcBef>
                <a:spcPts val="0"/>
              </a:spcBef>
              <a:spcAft>
                <a:spcPts val="0"/>
              </a:spcAft>
              <a:buSzPts val="5200"/>
              <a:buNone/>
              <a:defRPr sz="7945"/>
            </a:lvl2pPr>
            <a:lvl3pPr lvl="2" algn="ctr">
              <a:spcBef>
                <a:spcPts val="0"/>
              </a:spcBef>
              <a:spcAft>
                <a:spcPts val="0"/>
              </a:spcAft>
              <a:buSzPts val="5200"/>
              <a:buNone/>
              <a:defRPr sz="7945"/>
            </a:lvl3pPr>
            <a:lvl4pPr lvl="3" algn="ctr">
              <a:spcBef>
                <a:spcPts val="0"/>
              </a:spcBef>
              <a:spcAft>
                <a:spcPts val="0"/>
              </a:spcAft>
              <a:buSzPts val="5200"/>
              <a:buNone/>
              <a:defRPr sz="7945"/>
            </a:lvl4pPr>
            <a:lvl5pPr lvl="4" algn="ctr">
              <a:spcBef>
                <a:spcPts val="0"/>
              </a:spcBef>
              <a:spcAft>
                <a:spcPts val="0"/>
              </a:spcAft>
              <a:buSzPts val="5200"/>
              <a:buNone/>
              <a:defRPr sz="7945"/>
            </a:lvl5pPr>
            <a:lvl6pPr lvl="5" algn="ctr">
              <a:spcBef>
                <a:spcPts val="0"/>
              </a:spcBef>
              <a:spcAft>
                <a:spcPts val="0"/>
              </a:spcAft>
              <a:buSzPts val="5200"/>
              <a:buNone/>
              <a:defRPr sz="7945"/>
            </a:lvl6pPr>
            <a:lvl7pPr lvl="6" algn="ctr">
              <a:spcBef>
                <a:spcPts val="0"/>
              </a:spcBef>
              <a:spcAft>
                <a:spcPts val="0"/>
              </a:spcAft>
              <a:buSzPts val="5200"/>
              <a:buNone/>
              <a:defRPr sz="7945"/>
            </a:lvl7pPr>
            <a:lvl8pPr lvl="7" algn="ctr">
              <a:spcBef>
                <a:spcPts val="0"/>
              </a:spcBef>
              <a:spcAft>
                <a:spcPts val="0"/>
              </a:spcAft>
              <a:buSzPts val="5200"/>
              <a:buNone/>
              <a:defRPr sz="7945"/>
            </a:lvl8pPr>
            <a:lvl9pPr lvl="8" algn="ctr">
              <a:spcBef>
                <a:spcPts val="0"/>
              </a:spcBef>
              <a:spcAft>
                <a:spcPts val="0"/>
              </a:spcAft>
              <a:buSzPts val="5200"/>
              <a:buNone/>
              <a:defRPr sz="7945"/>
            </a:lvl9pPr>
          </a:lstStyle>
          <a:p>
            <a:endParaRPr/>
          </a:p>
        </p:txBody>
      </p:sp>
      <p:sp>
        <p:nvSpPr>
          <p:cNvPr id="11" name="Google Shape;11;p2"/>
          <p:cNvSpPr txBox="1">
            <a:spLocks noGrp="1"/>
          </p:cNvSpPr>
          <p:nvPr>
            <p:ph type="subTitle" idx="1"/>
          </p:nvPr>
        </p:nvSpPr>
        <p:spPr>
          <a:xfrm>
            <a:off x="476210" y="5948164"/>
            <a:ext cx="13017583" cy="1663481"/>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4278"/>
            </a:lvl1pPr>
            <a:lvl2pPr lvl="1" algn="ctr">
              <a:lnSpc>
                <a:spcPct val="100000"/>
              </a:lnSpc>
              <a:spcBef>
                <a:spcPts val="0"/>
              </a:spcBef>
              <a:spcAft>
                <a:spcPts val="0"/>
              </a:spcAft>
              <a:buSzPts val="2800"/>
              <a:buNone/>
              <a:defRPr sz="4278"/>
            </a:lvl2pPr>
            <a:lvl3pPr lvl="2" algn="ctr">
              <a:lnSpc>
                <a:spcPct val="100000"/>
              </a:lnSpc>
              <a:spcBef>
                <a:spcPts val="0"/>
              </a:spcBef>
              <a:spcAft>
                <a:spcPts val="0"/>
              </a:spcAft>
              <a:buSzPts val="2800"/>
              <a:buNone/>
              <a:defRPr sz="4278"/>
            </a:lvl3pPr>
            <a:lvl4pPr lvl="3" algn="ctr">
              <a:lnSpc>
                <a:spcPct val="100000"/>
              </a:lnSpc>
              <a:spcBef>
                <a:spcPts val="0"/>
              </a:spcBef>
              <a:spcAft>
                <a:spcPts val="0"/>
              </a:spcAft>
              <a:buSzPts val="2800"/>
              <a:buNone/>
              <a:defRPr sz="4278"/>
            </a:lvl4pPr>
            <a:lvl5pPr lvl="4" algn="ctr">
              <a:lnSpc>
                <a:spcPct val="100000"/>
              </a:lnSpc>
              <a:spcBef>
                <a:spcPts val="0"/>
              </a:spcBef>
              <a:spcAft>
                <a:spcPts val="0"/>
              </a:spcAft>
              <a:buSzPts val="2800"/>
              <a:buNone/>
              <a:defRPr sz="4278"/>
            </a:lvl5pPr>
            <a:lvl6pPr lvl="5" algn="ctr">
              <a:lnSpc>
                <a:spcPct val="100000"/>
              </a:lnSpc>
              <a:spcBef>
                <a:spcPts val="0"/>
              </a:spcBef>
              <a:spcAft>
                <a:spcPts val="0"/>
              </a:spcAft>
              <a:buSzPts val="2800"/>
              <a:buNone/>
              <a:defRPr sz="4278"/>
            </a:lvl6pPr>
            <a:lvl7pPr lvl="6" algn="ctr">
              <a:lnSpc>
                <a:spcPct val="100000"/>
              </a:lnSpc>
              <a:spcBef>
                <a:spcPts val="0"/>
              </a:spcBef>
              <a:spcAft>
                <a:spcPts val="0"/>
              </a:spcAft>
              <a:buSzPts val="2800"/>
              <a:buNone/>
              <a:defRPr sz="4278"/>
            </a:lvl7pPr>
            <a:lvl8pPr lvl="7" algn="ctr">
              <a:lnSpc>
                <a:spcPct val="100000"/>
              </a:lnSpc>
              <a:spcBef>
                <a:spcPts val="0"/>
              </a:spcBef>
              <a:spcAft>
                <a:spcPts val="0"/>
              </a:spcAft>
              <a:buSzPts val="2800"/>
              <a:buNone/>
              <a:defRPr sz="4278"/>
            </a:lvl8pPr>
            <a:lvl9pPr lvl="8" algn="ctr">
              <a:lnSpc>
                <a:spcPct val="100000"/>
              </a:lnSpc>
              <a:spcBef>
                <a:spcPts val="0"/>
              </a:spcBef>
              <a:spcAft>
                <a:spcPts val="0"/>
              </a:spcAft>
              <a:buSzPts val="2800"/>
              <a:buNone/>
              <a:defRPr sz="4278"/>
            </a:lvl9pPr>
          </a:lstStyle>
          <a:p>
            <a:endParaRPr/>
          </a:p>
        </p:txBody>
      </p:sp>
      <p:sp>
        <p:nvSpPr>
          <p:cNvPr id="12" name="Google Shape;12;p2"/>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76210" y="4514130"/>
            <a:ext cx="13017583" cy="1766741"/>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5500"/>
            </a:lvl1pPr>
            <a:lvl2pPr lvl="1" algn="ctr">
              <a:spcBef>
                <a:spcPts val="0"/>
              </a:spcBef>
              <a:spcAft>
                <a:spcPts val="0"/>
              </a:spcAft>
              <a:buSzPts val="3600"/>
              <a:buNone/>
              <a:defRPr sz="5500"/>
            </a:lvl2pPr>
            <a:lvl3pPr lvl="2" algn="ctr">
              <a:spcBef>
                <a:spcPts val="0"/>
              </a:spcBef>
              <a:spcAft>
                <a:spcPts val="0"/>
              </a:spcAft>
              <a:buSzPts val="3600"/>
              <a:buNone/>
              <a:defRPr sz="5500"/>
            </a:lvl3pPr>
            <a:lvl4pPr lvl="3" algn="ctr">
              <a:spcBef>
                <a:spcPts val="0"/>
              </a:spcBef>
              <a:spcAft>
                <a:spcPts val="0"/>
              </a:spcAft>
              <a:buSzPts val="3600"/>
              <a:buNone/>
              <a:defRPr sz="5500"/>
            </a:lvl4pPr>
            <a:lvl5pPr lvl="4" algn="ctr">
              <a:spcBef>
                <a:spcPts val="0"/>
              </a:spcBef>
              <a:spcAft>
                <a:spcPts val="0"/>
              </a:spcAft>
              <a:buSzPts val="3600"/>
              <a:buNone/>
              <a:defRPr sz="5500"/>
            </a:lvl5pPr>
            <a:lvl6pPr lvl="5" algn="ctr">
              <a:spcBef>
                <a:spcPts val="0"/>
              </a:spcBef>
              <a:spcAft>
                <a:spcPts val="0"/>
              </a:spcAft>
              <a:buSzPts val="3600"/>
              <a:buNone/>
              <a:defRPr sz="5500"/>
            </a:lvl6pPr>
            <a:lvl7pPr lvl="6" algn="ctr">
              <a:spcBef>
                <a:spcPts val="0"/>
              </a:spcBef>
              <a:spcAft>
                <a:spcPts val="0"/>
              </a:spcAft>
              <a:buSzPts val="3600"/>
              <a:buNone/>
              <a:defRPr sz="5500"/>
            </a:lvl7pPr>
            <a:lvl8pPr lvl="7" algn="ctr">
              <a:spcBef>
                <a:spcPts val="0"/>
              </a:spcBef>
              <a:spcAft>
                <a:spcPts val="0"/>
              </a:spcAft>
              <a:buSzPts val="3600"/>
              <a:buNone/>
              <a:defRPr sz="5500"/>
            </a:lvl8pPr>
            <a:lvl9pPr lvl="8" algn="ctr">
              <a:spcBef>
                <a:spcPts val="0"/>
              </a:spcBef>
              <a:spcAft>
                <a:spcPts val="0"/>
              </a:spcAft>
              <a:buSzPts val="3600"/>
              <a:buNone/>
              <a:defRPr sz="5500"/>
            </a:lvl9pPr>
          </a:lstStyle>
          <a:p>
            <a:endParaRPr/>
          </a:p>
        </p:txBody>
      </p:sp>
      <p:sp>
        <p:nvSpPr>
          <p:cNvPr id="15" name="Google Shape;15;p3"/>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76210" y="934003"/>
            <a:ext cx="13017583" cy="120196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76210" y="2418775"/>
            <a:ext cx="13017583" cy="7170222"/>
          </a:xfrm>
          <a:prstGeom prst="rect">
            <a:avLst/>
          </a:prstGeom>
        </p:spPr>
        <p:txBody>
          <a:bodyPr spcFirstLastPara="1" wrap="square" lIns="91425" tIns="91425" rIns="91425" bIns="91425" anchor="t" anchorCtr="0">
            <a:normAutofit/>
          </a:bodyPr>
          <a:lstStyle>
            <a:lvl1pPr marL="698510" lvl="0" indent="-523883">
              <a:spcBef>
                <a:spcPts val="0"/>
              </a:spcBef>
              <a:spcAft>
                <a:spcPts val="0"/>
              </a:spcAft>
              <a:buSzPts val="1800"/>
              <a:buChar char="●"/>
              <a:defRPr/>
            </a:lvl1pPr>
            <a:lvl2pPr marL="1397020" lvl="1" indent="-485077">
              <a:spcBef>
                <a:spcPts val="0"/>
              </a:spcBef>
              <a:spcAft>
                <a:spcPts val="0"/>
              </a:spcAft>
              <a:buSzPts val="1400"/>
              <a:buChar char="○"/>
              <a:defRPr/>
            </a:lvl2pPr>
            <a:lvl3pPr marL="2095530" lvl="2" indent="-485077">
              <a:spcBef>
                <a:spcPts val="0"/>
              </a:spcBef>
              <a:spcAft>
                <a:spcPts val="0"/>
              </a:spcAft>
              <a:buSzPts val="1400"/>
              <a:buChar char="■"/>
              <a:defRPr/>
            </a:lvl3pPr>
            <a:lvl4pPr marL="2794041" lvl="3" indent="-485077">
              <a:spcBef>
                <a:spcPts val="0"/>
              </a:spcBef>
              <a:spcAft>
                <a:spcPts val="0"/>
              </a:spcAft>
              <a:buSzPts val="1400"/>
              <a:buChar char="●"/>
              <a:defRPr/>
            </a:lvl4pPr>
            <a:lvl5pPr marL="3492551" lvl="4" indent="-485077">
              <a:spcBef>
                <a:spcPts val="0"/>
              </a:spcBef>
              <a:spcAft>
                <a:spcPts val="0"/>
              </a:spcAft>
              <a:buSzPts val="1400"/>
              <a:buChar char="○"/>
              <a:defRPr/>
            </a:lvl5pPr>
            <a:lvl6pPr marL="4191061" lvl="5" indent="-485077">
              <a:spcBef>
                <a:spcPts val="0"/>
              </a:spcBef>
              <a:spcAft>
                <a:spcPts val="0"/>
              </a:spcAft>
              <a:buSzPts val="1400"/>
              <a:buChar char="■"/>
              <a:defRPr/>
            </a:lvl6pPr>
            <a:lvl7pPr marL="4889571" lvl="6" indent="-485077">
              <a:spcBef>
                <a:spcPts val="0"/>
              </a:spcBef>
              <a:spcAft>
                <a:spcPts val="0"/>
              </a:spcAft>
              <a:buSzPts val="1400"/>
              <a:buChar char="●"/>
              <a:defRPr/>
            </a:lvl7pPr>
            <a:lvl8pPr marL="5588081" lvl="7" indent="-485077">
              <a:spcBef>
                <a:spcPts val="0"/>
              </a:spcBef>
              <a:spcAft>
                <a:spcPts val="0"/>
              </a:spcAft>
              <a:buSzPts val="1400"/>
              <a:buChar char="○"/>
              <a:defRPr/>
            </a:lvl8pPr>
            <a:lvl9pPr marL="6286591" lvl="8" indent="-485077">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76210" y="934003"/>
            <a:ext cx="13017583" cy="120196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76209" y="2418775"/>
            <a:ext cx="6110958" cy="7170222"/>
          </a:xfrm>
          <a:prstGeom prst="rect">
            <a:avLst/>
          </a:prstGeom>
        </p:spPr>
        <p:txBody>
          <a:bodyPr spcFirstLastPara="1" wrap="square" lIns="91425" tIns="91425" rIns="91425" bIns="91425" anchor="t" anchorCtr="0">
            <a:normAutofit/>
          </a:bodyPr>
          <a:lstStyle>
            <a:lvl1pPr marL="698510" lvl="0" indent="-485077">
              <a:spcBef>
                <a:spcPts val="0"/>
              </a:spcBef>
              <a:spcAft>
                <a:spcPts val="0"/>
              </a:spcAft>
              <a:buSzPts val="1400"/>
              <a:buChar char="●"/>
              <a:defRPr sz="2139"/>
            </a:lvl1pPr>
            <a:lvl2pPr marL="1397020" lvl="1" indent="-465673">
              <a:spcBef>
                <a:spcPts val="0"/>
              </a:spcBef>
              <a:spcAft>
                <a:spcPts val="0"/>
              </a:spcAft>
              <a:buSzPts val="1200"/>
              <a:buChar char="○"/>
              <a:defRPr sz="1833"/>
            </a:lvl2pPr>
            <a:lvl3pPr marL="2095530" lvl="2" indent="-465673">
              <a:spcBef>
                <a:spcPts val="0"/>
              </a:spcBef>
              <a:spcAft>
                <a:spcPts val="0"/>
              </a:spcAft>
              <a:buSzPts val="1200"/>
              <a:buChar char="■"/>
              <a:defRPr sz="1833"/>
            </a:lvl3pPr>
            <a:lvl4pPr marL="2794041" lvl="3" indent="-465673">
              <a:spcBef>
                <a:spcPts val="0"/>
              </a:spcBef>
              <a:spcAft>
                <a:spcPts val="0"/>
              </a:spcAft>
              <a:buSzPts val="1200"/>
              <a:buChar char="●"/>
              <a:defRPr sz="1833"/>
            </a:lvl4pPr>
            <a:lvl5pPr marL="3492551" lvl="4" indent="-465673">
              <a:spcBef>
                <a:spcPts val="0"/>
              </a:spcBef>
              <a:spcAft>
                <a:spcPts val="0"/>
              </a:spcAft>
              <a:buSzPts val="1200"/>
              <a:buChar char="○"/>
              <a:defRPr sz="1833"/>
            </a:lvl5pPr>
            <a:lvl6pPr marL="4191061" lvl="5" indent="-465673">
              <a:spcBef>
                <a:spcPts val="0"/>
              </a:spcBef>
              <a:spcAft>
                <a:spcPts val="0"/>
              </a:spcAft>
              <a:buSzPts val="1200"/>
              <a:buChar char="■"/>
              <a:defRPr sz="1833"/>
            </a:lvl6pPr>
            <a:lvl7pPr marL="4889571" lvl="6" indent="-465673">
              <a:spcBef>
                <a:spcPts val="0"/>
              </a:spcBef>
              <a:spcAft>
                <a:spcPts val="0"/>
              </a:spcAft>
              <a:buSzPts val="1200"/>
              <a:buChar char="●"/>
              <a:defRPr sz="1833"/>
            </a:lvl7pPr>
            <a:lvl8pPr marL="5588081" lvl="7" indent="-465673">
              <a:spcBef>
                <a:spcPts val="0"/>
              </a:spcBef>
              <a:spcAft>
                <a:spcPts val="0"/>
              </a:spcAft>
              <a:buSzPts val="1200"/>
              <a:buChar char="○"/>
              <a:defRPr sz="1833"/>
            </a:lvl8pPr>
            <a:lvl9pPr marL="6286591" lvl="8" indent="-465673">
              <a:spcBef>
                <a:spcPts val="0"/>
              </a:spcBef>
              <a:spcAft>
                <a:spcPts val="0"/>
              </a:spcAft>
              <a:buSzPts val="1200"/>
              <a:buChar char="■"/>
              <a:defRPr sz="1833"/>
            </a:lvl9pPr>
          </a:lstStyle>
          <a:p>
            <a:endParaRPr/>
          </a:p>
        </p:txBody>
      </p:sp>
      <p:sp>
        <p:nvSpPr>
          <p:cNvPr id="23" name="Google Shape;23;p5"/>
          <p:cNvSpPr txBox="1">
            <a:spLocks noGrp="1"/>
          </p:cNvSpPr>
          <p:nvPr>
            <p:ph type="body" idx="2"/>
          </p:nvPr>
        </p:nvSpPr>
        <p:spPr>
          <a:xfrm>
            <a:off x="7382834" y="2418775"/>
            <a:ext cx="6110958" cy="7170222"/>
          </a:xfrm>
          <a:prstGeom prst="rect">
            <a:avLst/>
          </a:prstGeom>
        </p:spPr>
        <p:txBody>
          <a:bodyPr spcFirstLastPara="1" wrap="square" lIns="91425" tIns="91425" rIns="91425" bIns="91425" anchor="t" anchorCtr="0">
            <a:normAutofit/>
          </a:bodyPr>
          <a:lstStyle>
            <a:lvl1pPr marL="698510" lvl="0" indent="-485077">
              <a:spcBef>
                <a:spcPts val="0"/>
              </a:spcBef>
              <a:spcAft>
                <a:spcPts val="0"/>
              </a:spcAft>
              <a:buSzPts val="1400"/>
              <a:buChar char="●"/>
              <a:defRPr sz="2139"/>
            </a:lvl1pPr>
            <a:lvl2pPr marL="1397020" lvl="1" indent="-465673">
              <a:spcBef>
                <a:spcPts val="0"/>
              </a:spcBef>
              <a:spcAft>
                <a:spcPts val="0"/>
              </a:spcAft>
              <a:buSzPts val="1200"/>
              <a:buChar char="○"/>
              <a:defRPr sz="1833"/>
            </a:lvl2pPr>
            <a:lvl3pPr marL="2095530" lvl="2" indent="-465673">
              <a:spcBef>
                <a:spcPts val="0"/>
              </a:spcBef>
              <a:spcAft>
                <a:spcPts val="0"/>
              </a:spcAft>
              <a:buSzPts val="1200"/>
              <a:buChar char="■"/>
              <a:defRPr sz="1833"/>
            </a:lvl3pPr>
            <a:lvl4pPr marL="2794041" lvl="3" indent="-465673">
              <a:spcBef>
                <a:spcPts val="0"/>
              </a:spcBef>
              <a:spcAft>
                <a:spcPts val="0"/>
              </a:spcAft>
              <a:buSzPts val="1200"/>
              <a:buChar char="●"/>
              <a:defRPr sz="1833"/>
            </a:lvl4pPr>
            <a:lvl5pPr marL="3492551" lvl="4" indent="-465673">
              <a:spcBef>
                <a:spcPts val="0"/>
              </a:spcBef>
              <a:spcAft>
                <a:spcPts val="0"/>
              </a:spcAft>
              <a:buSzPts val="1200"/>
              <a:buChar char="○"/>
              <a:defRPr sz="1833"/>
            </a:lvl5pPr>
            <a:lvl6pPr marL="4191061" lvl="5" indent="-465673">
              <a:spcBef>
                <a:spcPts val="0"/>
              </a:spcBef>
              <a:spcAft>
                <a:spcPts val="0"/>
              </a:spcAft>
              <a:buSzPts val="1200"/>
              <a:buChar char="■"/>
              <a:defRPr sz="1833"/>
            </a:lvl6pPr>
            <a:lvl7pPr marL="4889571" lvl="6" indent="-465673">
              <a:spcBef>
                <a:spcPts val="0"/>
              </a:spcBef>
              <a:spcAft>
                <a:spcPts val="0"/>
              </a:spcAft>
              <a:buSzPts val="1200"/>
              <a:buChar char="●"/>
              <a:defRPr sz="1833"/>
            </a:lvl7pPr>
            <a:lvl8pPr marL="5588081" lvl="7" indent="-465673">
              <a:spcBef>
                <a:spcPts val="0"/>
              </a:spcBef>
              <a:spcAft>
                <a:spcPts val="0"/>
              </a:spcAft>
              <a:buSzPts val="1200"/>
              <a:buChar char="○"/>
              <a:defRPr sz="1833"/>
            </a:lvl8pPr>
            <a:lvl9pPr marL="6286591" lvl="8" indent="-465673">
              <a:spcBef>
                <a:spcPts val="0"/>
              </a:spcBef>
              <a:spcAft>
                <a:spcPts val="0"/>
              </a:spcAft>
              <a:buSzPts val="1200"/>
              <a:buChar char="■"/>
              <a:defRPr sz="1833"/>
            </a:lvl9pPr>
          </a:lstStyle>
          <a:p>
            <a:endParaRPr/>
          </a:p>
        </p:txBody>
      </p:sp>
      <p:sp>
        <p:nvSpPr>
          <p:cNvPr id="24" name="Google Shape;24;p5"/>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76210" y="934003"/>
            <a:ext cx="13017583" cy="120196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76208" y="1166074"/>
            <a:ext cx="4290000" cy="1586037"/>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667"/>
            </a:lvl1pPr>
            <a:lvl2pPr lvl="1">
              <a:spcBef>
                <a:spcPts val="0"/>
              </a:spcBef>
              <a:spcAft>
                <a:spcPts val="0"/>
              </a:spcAft>
              <a:buSzPts val="2400"/>
              <a:buNone/>
              <a:defRPr sz="3667"/>
            </a:lvl2pPr>
            <a:lvl3pPr lvl="2">
              <a:spcBef>
                <a:spcPts val="0"/>
              </a:spcBef>
              <a:spcAft>
                <a:spcPts val="0"/>
              </a:spcAft>
              <a:buSzPts val="2400"/>
              <a:buNone/>
              <a:defRPr sz="3667"/>
            </a:lvl3pPr>
            <a:lvl4pPr lvl="3">
              <a:spcBef>
                <a:spcPts val="0"/>
              </a:spcBef>
              <a:spcAft>
                <a:spcPts val="0"/>
              </a:spcAft>
              <a:buSzPts val="2400"/>
              <a:buNone/>
              <a:defRPr sz="3667"/>
            </a:lvl4pPr>
            <a:lvl5pPr lvl="4">
              <a:spcBef>
                <a:spcPts val="0"/>
              </a:spcBef>
              <a:spcAft>
                <a:spcPts val="0"/>
              </a:spcAft>
              <a:buSzPts val="2400"/>
              <a:buNone/>
              <a:defRPr sz="3667"/>
            </a:lvl5pPr>
            <a:lvl6pPr lvl="5">
              <a:spcBef>
                <a:spcPts val="0"/>
              </a:spcBef>
              <a:spcAft>
                <a:spcPts val="0"/>
              </a:spcAft>
              <a:buSzPts val="2400"/>
              <a:buNone/>
              <a:defRPr sz="3667"/>
            </a:lvl6pPr>
            <a:lvl7pPr lvl="6">
              <a:spcBef>
                <a:spcPts val="0"/>
              </a:spcBef>
              <a:spcAft>
                <a:spcPts val="0"/>
              </a:spcAft>
              <a:buSzPts val="2400"/>
              <a:buNone/>
              <a:defRPr sz="3667"/>
            </a:lvl7pPr>
            <a:lvl8pPr lvl="7">
              <a:spcBef>
                <a:spcPts val="0"/>
              </a:spcBef>
              <a:spcAft>
                <a:spcPts val="0"/>
              </a:spcAft>
              <a:buSzPts val="2400"/>
              <a:buNone/>
              <a:defRPr sz="3667"/>
            </a:lvl8pPr>
            <a:lvl9pPr lvl="8">
              <a:spcBef>
                <a:spcPts val="0"/>
              </a:spcBef>
              <a:spcAft>
                <a:spcPts val="0"/>
              </a:spcAft>
              <a:buSzPts val="2400"/>
              <a:buNone/>
              <a:defRPr sz="3667"/>
            </a:lvl9pPr>
          </a:lstStyle>
          <a:p>
            <a:endParaRPr/>
          </a:p>
        </p:txBody>
      </p:sp>
      <p:sp>
        <p:nvSpPr>
          <p:cNvPr id="30" name="Google Shape;30;p7"/>
          <p:cNvSpPr txBox="1">
            <a:spLocks noGrp="1"/>
          </p:cNvSpPr>
          <p:nvPr>
            <p:ph type="body" idx="1"/>
          </p:nvPr>
        </p:nvSpPr>
        <p:spPr>
          <a:xfrm>
            <a:off x="476208" y="2916444"/>
            <a:ext cx="4290000" cy="6672815"/>
          </a:xfrm>
          <a:prstGeom prst="rect">
            <a:avLst/>
          </a:prstGeom>
        </p:spPr>
        <p:txBody>
          <a:bodyPr spcFirstLastPara="1" wrap="square" lIns="91425" tIns="91425" rIns="91425" bIns="91425" anchor="t" anchorCtr="0">
            <a:normAutofit/>
          </a:bodyPr>
          <a:lstStyle>
            <a:lvl1pPr marL="698510" lvl="0" indent="-465673">
              <a:spcBef>
                <a:spcPts val="0"/>
              </a:spcBef>
              <a:spcAft>
                <a:spcPts val="0"/>
              </a:spcAft>
              <a:buSzPts val="1200"/>
              <a:buChar char="●"/>
              <a:defRPr sz="1833"/>
            </a:lvl1pPr>
            <a:lvl2pPr marL="1397020" lvl="1" indent="-465673">
              <a:spcBef>
                <a:spcPts val="0"/>
              </a:spcBef>
              <a:spcAft>
                <a:spcPts val="0"/>
              </a:spcAft>
              <a:buSzPts val="1200"/>
              <a:buChar char="○"/>
              <a:defRPr sz="1833"/>
            </a:lvl2pPr>
            <a:lvl3pPr marL="2095530" lvl="2" indent="-465673">
              <a:spcBef>
                <a:spcPts val="0"/>
              </a:spcBef>
              <a:spcAft>
                <a:spcPts val="0"/>
              </a:spcAft>
              <a:buSzPts val="1200"/>
              <a:buChar char="■"/>
              <a:defRPr sz="1833"/>
            </a:lvl3pPr>
            <a:lvl4pPr marL="2794041" lvl="3" indent="-465673">
              <a:spcBef>
                <a:spcPts val="0"/>
              </a:spcBef>
              <a:spcAft>
                <a:spcPts val="0"/>
              </a:spcAft>
              <a:buSzPts val="1200"/>
              <a:buChar char="●"/>
              <a:defRPr sz="1833"/>
            </a:lvl4pPr>
            <a:lvl5pPr marL="3492551" lvl="4" indent="-465673">
              <a:spcBef>
                <a:spcPts val="0"/>
              </a:spcBef>
              <a:spcAft>
                <a:spcPts val="0"/>
              </a:spcAft>
              <a:buSzPts val="1200"/>
              <a:buChar char="○"/>
              <a:defRPr sz="1833"/>
            </a:lvl5pPr>
            <a:lvl6pPr marL="4191061" lvl="5" indent="-465673">
              <a:spcBef>
                <a:spcPts val="0"/>
              </a:spcBef>
              <a:spcAft>
                <a:spcPts val="0"/>
              </a:spcAft>
              <a:buSzPts val="1200"/>
              <a:buChar char="■"/>
              <a:defRPr sz="1833"/>
            </a:lvl6pPr>
            <a:lvl7pPr marL="4889571" lvl="6" indent="-465673">
              <a:spcBef>
                <a:spcPts val="0"/>
              </a:spcBef>
              <a:spcAft>
                <a:spcPts val="0"/>
              </a:spcAft>
              <a:buSzPts val="1200"/>
              <a:buChar char="●"/>
              <a:defRPr sz="1833"/>
            </a:lvl7pPr>
            <a:lvl8pPr marL="5588081" lvl="7" indent="-465673">
              <a:spcBef>
                <a:spcPts val="0"/>
              </a:spcBef>
              <a:spcAft>
                <a:spcPts val="0"/>
              </a:spcAft>
              <a:buSzPts val="1200"/>
              <a:buChar char="○"/>
              <a:defRPr sz="1833"/>
            </a:lvl8pPr>
            <a:lvl9pPr marL="6286591" lvl="8" indent="-465673">
              <a:spcBef>
                <a:spcPts val="0"/>
              </a:spcBef>
              <a:spcAft>
                <a:spcPts val="0"/>
              </a:spcAft>
              <a:buSzPts val="1200"/>
              <a:buChar char="■"/>
              <a:defRPr sz="1833"/>
            </a:lvl9pPr>
          </a:lstStyle>
          <a:p>
            <a:endParaRPr/>
          </a:p>
        </p:txBody>
      </p:sp>
      <p:sp>
        <p:nvSpPr>
          <p:cNvPr id="31" name="Google Shape;31;p7"/>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748993" y="944759"/>
            <a:ext cx="9728583" cy="858563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7333"/>
            </a:lvl1pPr>
            <a:lvl2pPr lvl="1">
              <a:spcBef>
                <a:spcPts val="0"/>
              </a:spcBef>
              <a:spcAft>
                <a:spcPts val="0"/>
              </a:spcAft>
              <a:buSzPts val="4800"/>
              <a:buNone/>
              <a:defRPr sz="7333"/>
            </a:lvl2pPr>
            <a:lvl3pPr lvl="2">
              <a:spcBef>
                <a:spcPts val="0"/>
              </a:spcBef>
              <a:spcAft>
                <a:spcPts val="0"/>
              </a:spcAft>
              <a:buSzPts val="4800"/>
              <a:buNone/>
              <a:defRPr sz="7333"/>
            </a:lvl3pPr>
            <a:lvl4pPr lvl="3">
              <a:spcBef>
                <a:spcPts val="0"/>
              </a:spcBef>
              <a:spcAft>
                <a:spcPts val="0"/>
              </a:spcAft>
              <a:buSzPts val="4800"/>
              <a:buNone/>
              <a:defRPr sz="7333"/>
            </a:lvl4pPr>
            <a:lvl5pPr lvl="4">
              <a:spcBef>
                <a:spcPts val="0"/>
              </a:spcBef>
              <a:spcAft>
                <a:spcPts val="0"/>
              </a:spcAft>
              <a:buSzPts val="4800"/>
              <a:buNone/>
              <a:defRPr sz="7333"/>
            </a:lvl5pPr>
            <a:lvl6pPr lvl="5">
              <a:spcBef>
                <a:spcPts val="0"/>
              </a:spcBef>
              <a:spcAft>
                <a:spcPts val="0"/>
              </a:spcAft>
              <a:buSzPts val="4800"/>
              <a:buNone/>
              <a:defRPr sz="7333"/>
            </a:lvl6pPr>
            <a:lvl7pPr lvl="6">
              <a:spcBef>
                <a:spcPts val="0"/>
              </a:spcBef>
              <a:spcAft>
                <a:spcPts val="0"/>
              </a:spcAft>
              <a:buSzPts val="4800"/>
              <a:buNone/>
              <a:defRPr sz="7333"/>
            </a:lvl7pPr>
            <a:lvl8pPr lvl="7">
              <a:spcBef>
                <a:spcPts val="0"/>
              </a:spcBef>
              <a:spcAft>
                <a:spcPts val="0"/>
              </a:spcAft>
              <a:buSzPts val="4800"/>
              <a:buNone/>
              <a:defRPr sz="7333"/>
            </a:lvl8pPr>
            <a:lvl9pPr lvl="8">
              <a:spcBef>
                <a:spcPts val="0"/>
              </a:spcBef>
              <a:spcAft>
                <a:spcPts val="0"/>
              </a:spcAft>
              <a:buSzPts val="4800"/>
              <a:buNone/>
              <a:defRPr sz="7333"/>
            </a:lvl9pPr>
          </a:lstStyle>
          <a:p>
            <a:endParaRPr/>
          </a:p>
        </p:txBody>
      </p:sp>
      <p:sp>
        <p:nvSpPr>
          <p:cNvPr id="34" name="Google Shape;34;p8"/>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985000" y="-262"/>
            <a:ext cx="6985000" cy="10795000"/>
          </a:xfrm>
          <a:prstGeom prst="rect">
            <a:avLst/>
          </a:prstGeom>
          <a:solidFill>
            <a:schemeClr val="lt2"/>
          </a:solidFill>
          <a:ln>
            <a:noFill/>
          </a:ln>
        </p:spPr>
        <p:txBody>
          <a:bodyPr spcFirstLastPara="1" wrap="square" lIns="139677" tIns="139677" rIns="139677" bIns="139677" anchor="ctr" anchorCtr="0">
            <a:noAutofit/>
          </a:bodyPr>
          <a:lstStyle/>
          <a:p>
            <a:pPr marL="0" lvl="0" indent="0" algn="l" rtl="0">
              <a:spcBef>
                <a:spcPts val="0"/>
              </a:spcBef>
              <a:spcAft>
                <a:spcPts val="0"/>
              </a:spcAft>
              <a:buNone/>
            </a:pPr>
            <a:endParaRPr sz="3708"/>
          </a:p>
        </p:txBody>
      </p:sp>
      <p:sp>
        <p:nvSpPr>
          <p:cNvPr id="37" name="Google Shape;37;p9"/>
          <p:cNvSpPr txBox="1">
            <a:spLocks noGrp="1"/>
          </p:cNvSpPr>
          <p:nvPr>
            <p:ph type="title"/>
          </p:nvPr>
        </p:nvSpPr>
        <p:spPr>
          <a:xfrm>
            <a:off x="405625" y="2588145"/>
            <a:ext cx="6180167" cy="31110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6417"/>
            </a:lvl1pPr>
            <a:lvl2pPr lvl="1" algn="ctr">
              <a:spcBef>
                <a:spcPts val="0"/>
              </a:spcBef>
              <a:spcAft>
                <a:spcPts val="0"/>
              </a:spcAft>
              <a:buSzPts val="4200"/>
              <a:buNone/>
              <a:defRPr sz="6417"/>
            </a:lvl2pPr>
            <a:lvl3pPr lvl="2" algn="ctr">
              <a:spcBef>
                <a:spcPts val="0"/>
              </a:spcBef>
              <a:spcAft>
                <a:spcPts val="0"/>
              </a:spcAft>
              <a:buSzPts val="4200"/>
              <a:buNone/>
              <a:defRPr sz="6417"/>
            </a:lvl3pPr>
            <a:lvl4pPr lvl="3" algn="ctr">
              <a:spcBef>
                <a:spcPts val="0"/>
              </a:spcBef>
              <a:spcAft>
                <a:spcPts val="0"/>
              </a:spcAft>
              <a:buSzPts val="4200"/>
              <a:buNone/>
              <a:defRPr sz="6417"/>
            </a:lvl4pPr>
            <a:lvl5pPr lvl="4" algn="ctr">
              <a:spcBef>
                <a:spcPts val="0"/>
              </a:spcBef>
              <a:spcAft>
                <a:spcPts val="0"/>
              </a:spcAft>
              <a:buSzPts val="4200"/>
              <a:buNone/>
              <a:defRPr sz="6417"/>
            </a:lvl5pPr>
            <a:lvl6pPr lvl="5" algn="ctr">
              <a:spcBef>
                <a:spcPts val="0"/>
              </a:spcBef>
              <a:spcAft>
                <a:spcPts val="0"/>
              </a:spcAft>
              <a:buSzPts val="4200"/>
              <a:buNone/>
              <a:defRPr sz="6417"/>
            </a:lvl6pPr>
            <a:lvl7pPr lvl="6" algn="ctr">
              <a:spcBef>
                <a:spcPts val="0"/>
              </a:spcBef>
              <a:spcAft>
                <a:spcPts val="0"/>
              </a:spcAft>
              <a:buSzPts val="4200"/>
              <a:buNone/>
              <a:defRPr sz="6417"/>
            </a:lvl7pPr>
            <a:lvl8pPr lvl="7" algn="ctr">
              <a:spcBef>
                <a:spcPts val="0"/>
              </a:spcBef>
              <a:spcAft>
                <a:spcPts val="0"/>
              </a:spcAft>
              <a:buSzPts val="4200"/>
              <a:buNone/>
              <a:defRPr sz="6417"/>
            </a:lvl8pPr>
            <a:lvl9pPr lvl="8" algn="ctr">
              <a:spcBef>
                <a:spcPts val="0"/>
              </a:spcBef>
              <a:spcAft>
                <a:spcPts val="0"/>
              </a:spcAft>
              <a:buSzPts val="4200"/>
              <a:buNone/>
              <a:defRPr sz="6417"/>
            </a:lvl9pPr>
          </a:lstStyle>
          <a:p>
            <a:endParaRPr/>
          </a:p>
        </p:txBody>
      </p:sp>
      <p:sp>
        <p:nvSpPr>
          <p:cNvPr id="38" name="Google Shape;38;p9"/>
          <p:cNvSpPr txBox="1">
            <a:spLocks noGrp="1"/>
          </p:cNvSpPr>
          <p:nvPr>
            <p:ph type="subTitle" idx="1"/>
          </p:nvPr>
        </p:nvSpPr>
        <p:spPr>
          <a:xfrm>
            <a:off x="405625" y="5882997"/>
            <a:ext cx="6180167" cy="2592185"/>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3208"/>
            </a:lvl1pPr>
            <a:lvl2pPr lvl="1" algn="ctr">
              <a:lnSpc>
                <a:spcPct val="100000"/>
              </a:lnSpc>
              <a:spcBef>
                <a:spcPts val="0"/>
              </a:spcBef>
              <a:spcAft>
                <a:spcPts val="0"/>
              </a:spcAft>
              <a:buSzPts val="2100"/>
              <a:buNone/>
              <a:defRPr sz="3208"/>
            </a:lvl2pPr>
            <a:lvl3pPr lvl="2" algn="ctr">
              <a:lnSpc>
                <a:spcPct val="100000"/>
              </a:lnSpc>
              <a:spcBef>
                <a:spcPts val="0"/>
              </a:spcBef>
              <a:spcAft>
                <a:spcPts val="0"/>
              </a:spcAft>
              <a:buSzPts val="2100"/>
              <a:buNone/>
              <a:defRPr sz="3208"/>
            </a:lvl3pPr>
            <a:lvl4pPr lvl="3" algn="ctr">
              <a:lnSpc>
                <a:spcPct val="100000"/>
              </a:lnSpc>
              <a:spcBef>
                <a:spcPts val="0"/>
              </a:spcBef>
              <a:spcAft>
                <a:spcPts val="0"/>
              </a:spcAft>
              <a:buSzPts val="2100"/>
              <a:buNone/>
              <a:defRPr sz="3208"/>
            </a:lvl4pPr>
            <a:lvl5pPr lvl="4" algn="ctr">
              <a:lnSpc>
                <a:spcPct val="100000"/>
              </a:lnSpc>
              <a:spcBef>
                <a:spcPts val="0"/>
              </a:spcBef>
              <a:spcAft>
                <a:spcPts val="0"/>
              </a:spcAft>
              <a:buSzPts val="2100"/>
              <a:buNone/>
              <a:defRPr sz="3208"/>
            </a:lvl5pPr>
            <a:lvl6pPr lvl="5" algn="ctr">
              <a:lnSpc>
                <a:spcPct val="100000"/>
              </a:lnSpc>
              <a:spcBef>
                <a:spcPts val="0"/>
              </a:spcBef>
              <a:spcAft>
                <a:spcPts val="0"/>
              </a:spcAft>
              <a:buSzPts val="2100"/>
              <a:buNone/>
              <a:defRPr sz="3208"/>
            </a:lvl6pPr>
            <a:lvl7pPr lvl="6" algn="ctr">
              <a:lnSpc>
                <a:spcPct val="100000"/>
              </a:lnSpc>
              <a:spcBef>
                <a:spcPts val="0"/>
              </a:spcBef>
              <a:spcAft>
                <a:spcPts val="0"/>
              </a:spcAft>
              <a:buSzPts val="2100"/>
              <a:buNone/>
              <a:defRPr sz="3208"/>
            </a:lvl7pPr>
            <a:lvl8pPr lvl="7" algn="ctr">
              <a:lnSpc>
                <a:spcPct val="100000"/>
              </a:lnSpc>
              <a:spcBef>
                <a:spcPts val="0"/>
              </a:spcBef>
              <a:spcAft>
                <a:spcPts val="0"/>
              </a:spcAft>
              <a:buSzPts val="2100"/>
              <a:buNone/>
              <a:defRPr sz="3208"/>
            </a:lvl8pPr>
            <a:lvl9pPr lvl="8" algn="ctr">
              <a:lnSpc>
                <a:spcPct val="100000"/>
              </a:lnSpc>
              <a:spcBef>
                <a:spcPts val="0"/>
              </a:spcBef>
              <a:spcAft>
                <a:spcPts val="0"/>
              </a:spcAft>
              <a:buSzPts val="2100"/>
              <a:buNone/>
              <a:defRPr sz="3208"/>
            </a:lvl9pPr>
          </a:lstStyle>
          <a:p>
            <a:endParaRPr/>
          </a:p>
        </p:txBody>
      </p:sp>
      <p:sp>
        <p:nvSpPr>
          <p:cNvPr id="39" name="Google Shape;39;p9"/>
          <p:cNvSpPr txBox="1">
            <a:spLocks noGrp="1"/>
          </p:cNvSpPr>
          <p:nvPr>
            <p:ph type="body" idx="2"/>
          </p:nvPr>
        </p:nvSpPr>
        <p:spPr>
          <a:xfrm>
            <a:off x="7546460" y="1519664"/>
            <a:ext cx="5862083" cy="7755148"/>
          </a:xfrm>
          <a:prstGeom prst="rect">
            <a:avLst/>
          </a:prstGeom>
        </p:spPr>
        <p:txBody>
          <a:bodyPr spcFirstLastPara="1" wrap="square" lIns="91425" tIns="91425" rIns="91425" bIns="91425" anchor="ctr" anchorCtr="0">
            <a:normAutofit/>
          </a:bodyPr>
          <a:lstStyle>
            <a:lvl1pPr marL="698510" lvl="0" indent="-523883">
              <a:spcBef>
                <a:spcPts val="0"/>
              </a:spcBef>
              <a:spcAft>
                <a:spcPts val="0"/>
              </a:spcAft>
              <a:buSzPts val="1800"/>
              <a:buChar char="●"/>
              <a:defRPr/>
            </a:lvl1pPr>
            <a:lvl2pPr marL="1397020" lvl="1" indent="-485077">
              <a:spcBef>
                <a:spcPts val="0"/>
              </a:spcBef>
              <a:spcAft>
                <a:spcPts val="0"/>
              </a:spcAft>
              <a:buSzPts val="1400"/>
              <a:buChar char="○"/>
              <a:defRPr/>
            </a:lvl2pPr>
            <a:lvl3pPr marL="2095530" lvl="2" indent="-485077">
              <a:spcBef>
                <a:spcPts val="0"/>
              </a:spcBef>
              <a:spcAft>
                <a:spcPts val="0"/>
              </a:spcAft>
              <a:buSzPts val="1400"/>
              <a:buChar char="■"/>
              <a:defRPr/>
            </a:lvl3pPr>
            <a:lvl4pPr marL="2794041" lvl="3" indent="-485077">
              <a:spcBef>
                <a:spcPts val="0"/>
              </a:spcBef>
              <a:spcAft>
                <a:spcPts val="0"/>
              </a:spcAft>
              <a:buSzPts val="1400"/>
              <a:buChar char="●"/>
              <a:defRPr/>
            </a:lvl4pPr>
            <a:lvl5pPr marL="3492551" lvl="4" indent="-485077">
              <a:spcBef>
                <a:spcPts val="0"/>
              </a:spcBef>
              <a:spcAft>
                <a:spcPts val="0"/>
              </a:spcAft>
              <a:buSzPts val="1400"/>
              <a:buChar char="○"/>
              <a:defRPr/>
            </a:lvl5pPr>
            <a:lvl6pPr marL="4191061" lvl="5" indent="-485077">
              <a:spcBef>
                <a:spcPts val="0"/>
              </a:spcBef>
              <a:spcAft>
                <a:spcPts val="0"/>
              </a:spcAft>
              <a:buSzPts val="1400"/>
              <a:buChar char="■"/>
              <a:defRPr/>
            </a:lvl6pPr>
            <a:lvl7pPr marL="4889571" lvl="6" indent="-485077">
              <a:spcBef>
                <a:spcPts val="0"/>
              </a:spcBef>
              <a:spcAft>
                <a:spcPts val="0"/>
              </a:spcAft>
              <a:buSzPts val="1400"/>
              <a:buChar char="●"/>
              <a:defRPr/>
            </a:lvl7pPr>
            <a:lvl8pPr marL="5588081" lvl="7" indent="-485077">
              <a:spcBef>
                <a:spcPts val="0"/>
              </a:spcBef>
              <a:spcAft>
                <a:spcPts val="0"/>
              </a:spcAft>
              <a:buSzPts val="1400"/>
              <a:buChar char="○"/>
              <a:defRPr/>
            </a:lvl8pPr>
            <a:lvl9pPr marL="6286591" lvl="8" indent="-485077">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76210" y="8878985"/>
            <a:ext cx="9164833" cy="1269963"/>
          </a:xfrm>
          <a:prstGeom prst="rect">
            <a:avLst/>
          </a:prstGeom>
        </p:spPr>
        <p:txBody>
          <a:bodyPr spcFirstLastPara="1" wrap="square" lIns="91425" tIns="91425" rIns="91425" bIns="91425" anchor="ctr" anchorCtr="0">
            <a:normAutofit/>
          </a:bodyPr>
          <a:lstStyle>
            <a:lvl1pPr marL="698510" lvl="0" indent="-349255">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76210" y="2321497"/>
            <a:ext cx="13017583" cy="4120926"/>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8334"/>
            </a:lvl1pPr>
            <a:lvl2pPr lvl="1" algn="ctr">
              <a:spcBef>
                <a:spcPts val="0"/>
              </a:spcBef>
              <a:spcAft>
                <a:spcPts val="0"/>
              </a:spcAft>
              <a:buSzPts val="12000"/>
              <a:buNone/>
              <a:defRPr sz="18334"/>
            </a:lvl2pPr>
            <a:lvl3pPr lvl="2" algn="ctr">
              <a:spcBef>
                <a:spcPts val="0"/>
              </a:spcBef>
              <a:spcAft>
                <a:spcPts val="0"/>
              </a:spcAft>
              <a:buSzPts val="12000"/>
              <a:buNone/>
              <a:defRPr sz="18334"/>
            </a:lvl3pPr>
            <a:lvl4pPr lvl="3" algn="ctr">
              <a:spcBef>
                <a:spcPts val="0"/>
              </a:spcBef>
              <a:spcAft>
                <a:spcPts val="0"/>
              </a:spcAft>
              <a:buSzPts val="12000"/>
              <a:buNone/>
              <a:defRPr sz="18334"/>
            </a:lvl4pPr>
            <a:lvl5pPr lvl="4" algn="ctr">
              <a:spcBef>
                <a:spcPts val="0"/>
              </a:spcBef>
              <a:spcAft>
                <a:spcPts val="0"/>
              </a:spcAft>
              <a:buSzPts val="12000"/>
              <a:buNone/>
              <a:defRPr sz="18334"/>
            </a:lvl5pPr>
            <a:lvl6pPr lvl="5" algn="ctr">
              <a:spcBef>
                <a:spcPts val="0"/>
              </a:spcBef>
              <a:spcAft>
                <a:spcPts val="0"/>
              </a:spcAft>
              <a:buSzPts val="12000"/>
              <a:buNone/>
              <a:defRPr sz="18334"/>
            </a:lvl6pPr>
            <a:lvl7pPr lvl="6" algn="ctr">
              <a:spcBef>
                <a:spcPts val="0"/>
              </a:spcBef>
              <a:spcAft>
                <a:spcPts val="0"/>
              </a:spcAft>
              <a:buSzPts val="12000"/>
              <a:buNone/>
              <a:defRPr sz="18334"/>
            </a:lvl7pPr>
            <a:lvl8pPr lvl="7" algn="ctr">
              <a:spcBef>
                <a:spcPts val="0"/>
              </a:spcBef>
              <a:spcAft>
                <a:spcPts val="0"/>
              </a:spcAft>
              <a:buSzPts val="12000"/>
              <a:buNone/>
              <a:defRPr sz="18334"/>
            </a:lvl8pPr>
            <a:lvl9pPr lvl="8" algn="ctr">
              <a:spcBef>
                <a:spcPts val="0"/>
              </a:spcBef>
              <a:spcAft>
                <a:spcPts val="0"/>
              </a:spcAft>
              <a:buSzPts val="12000"/>
              <a:buNone/>
              <a:defRPr sz="18334"/>
            </a:lvl9pPr>
          </a:lstStyle>
          <a:p>
            <a:r>
              <a:t>xx%</a:t>
            </a:r>
          </a:p>
        </p:txBody>
      </p:sp>
      <p:sp>
        <p:nvSpPr>
          <p:cNvPr id="46" name="Google Shape;46;p11"/>
          <p:cNvSpPr txBox="1">
            <a:spLocks noGrp="1"/>
          </p:cNvSpPr>
          <p:nvPr>
            <p:ph type="body" idx="1"/>
          </p:nvPr>
        </p:nvSpPr>
        <p:spPr>
          <a:xfrm>
            <a:off x="476210" y="6615781"/>
            <a:ext cx="13017583" cy="2730074"/>
          </a:xfrm>
          <a:prstGeom prst="rect">
            <a:avLst/>
          </a:prstGeom>
        </p:spPr>
        <p:txBody>
          <a:bodyPr spcFirstLastPara="1" wrap="square" lIns="91425" tIns="91425" rIns="91425" bIns="91425" anchor="t" anchorCtr="0">
            <a:normAutofit/>
          </a:bodyPr>
          <a:lstStyle>
            <a:lvl1pPr marL="698510" lvl="0" indent="-523883" algn="ctr">
              <a:spcBef>
                <a:spcPts val="0"/>
              </a:spcBef>
              <a:spcAft>
                <a:spcPts val="0"/>
              </a:spcAft>
              <a:buSzPts val="1800"/>
              <a:buChar char="●"/>
              <a:defRPr/>
            </a:lvl1pPr>
            <a:lvl2pPr marL="1397020" lvl="1" indent="-485077" algn="ctr">
              <a:spcBef>
                <a:spcPts val="0"/>
              </a:spcBef>
              <a:spcAft>
                <a:spcPts val="0"/>
              </a:spcAft>
              <a:buSzPts val="1400"/>
              <a:buChar char="○"/>
              <a:defRPr/>
            </a:lvl2pPr>
            <a:lvl3pPr marL="2095530" lvl="2" indent="-485077" algn="ctr">
              <a:spcBef>
                <a:spcPts val="0"/>
              </a:spcBef>
              <a:spcAft>
                <a:spcPts val="0"/>
              </a:spcAft>
              <a:buSzPts val="1400"/>
              <a:buChar char="■"/>
              <a:defRPr/>
            </a:lvl3pPr>
            <a:lvl4pPr marL="2794041" lvl="3" indent="-485077" algn="ctr">
              <a:spcBef>
                <a:spcPts val="0"/>
              </a:spcBef>
              <a:spcAft>
                <a:spcPts val="0"/>
              </a:spcAft>
              <a:buSzPts val="1400"/>
              <a:buChar char="●"/>
              <a:defRPr/>
            </a:lvl4pPr>
            <a:lvl5pPr marL="3492551" lvl="4" indent="-485077" algn="ctr">
              <a:spcBef>
                <a:spcPts val="0"/>
              </a:spcBef>
              <a:spcAft>
                <a:spcPts val="0"/>
              </a:spcAft>
              <a:buSzPts val="1400"/>
              <a:buChar char="○"/>
              <a:defRPr/>
            </a:lvl5pPr>
            <a:lvl6pPr marL="4191061" lvl="5" indent="-485077" algn="ctr">
              <a:spcBef>
                <a:spcPts val="0"/>
              </a:spcBef>
              <a:spcAft>
                <a:spcPts val="0"/>
              </a:spcAft>
              <a:buSzPts val="1400"/>
              <a:buChar char="■"/>
              <a:defRPr/>
            </a:lvl6pPr>
            <a:lvl7pPr marL="4889571" lvl="6" indent="-485077" algn="ctr">
              <a:spcBef>
                <a:spcPts val="0"/>
              </a:spcBef>
              <a:spcAft>
                <a:spcPts val="0"/>
              </a:spcAft>
              <a:buSzPts val="1400"/>
              <a:buChar char="●"/>
              <a:defRPr/>
            </a:lvl7pPr>
            <a:lvl8pPr marL="5588081" lvl="7" indent="-485077" algn="ctr">
              <a:spcBef>
                <a:spcPts val="0"/>
              </a:spcBef>
              <a:spcAft>
                <a:spcPts val="0"/>
              </a:spcAft>
              <a:buSzPts val="1400"/>
              <a:buChar char="○"/>
              <a:defRPr/>
            </a:lvl8pPr>
            <a:lvl9pPr marL="6286591" lvl="8" indent="-485077"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2944033" y="9786999"/>
            <a:ext cx="838292" cy="82607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6210" y="934003"/>
            <a:ext cx="13017583" cy="1201963"/>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76210" y="2418775"/>
            <a:ext cx="13017583" cy="7170222"/>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2944033" y="9786999"/>
            <a:ext cx="838292" cy="826074"/>
          </a:xfrm>
          <a:prstGeom prst="rect">
            <a:avLst/>
          </a:prstGeom>
          <a:noFill/>
          <a:ln>
            <a:noFill/>
          </a:ln>
        </p:spPr>
        <p:txBody>
          <a:bodyPr spcFirstLastPara="1" wrap="square" lIns="91425" tIns="91425" rIns="91425" bIns="91425" anchor="ctr" anchorCtr="0">
            <a:normAutofit/>
          </a:bodyPr>
          <a:lstStyle>
            <a:lvl1pPr lvl="0" algn="r">
              <a:buNone/>
              <a:defRPr sz="1528">
                <a:solidFill>
                  <a:schemeClr val="dk2"/>
                </a:solidFill>
              </a:defRPr>
            </a:lvl1pPr>
            <a:lvl2pPr lvl="1" algn="r">
              <a:buNone/>
              <a:defRPr sz="1528">
                <a:solidFill>
                  <a:schemeClr val="dk2"/>
                </a:solidFill>
              </a:defRPr>
            </a:lvl2pPr>
            <a:lvl3pPr lvl="2" algn="r">
              <a:buNone/>
              <a:defRPr sz="1528">
                <a:solidFill>
                  <a:schemeClr val="dk2"/>
                </a:solidFill>
              </a:defRPr>
            </a:lvl3pPr>
            <a:lvl4pPr lvl="3" algn="r">
              <a:buNone/>
              <a:defRPr sz="1528">
                <a:solidFill>
                  <a:schemeClr val="dk2"/>
                </a:solidFill>
              </a:defRPr>
            </a:lvl4pPr>
            <a:lvl5pPr lvl="4" algn="r">
              <a:buNone/>
              <a:defRPr sz="1528">
                <a:solidFill>
                  <a:schemeClr val="dk2"/>
                </a:solidFill>
              </a:defRPr>
            </a:lvl5pPr>
            <a:lvl6pPr lvl="5" algn="r">
              <a:buNone/>
              <a:defRPr sz="1528">
                <a:solidFill>
                  <a:schemeClr val="dk2"/>
                </a:solidFill>
              </a:defRPr>
            </a:lvl6pPr>
            <a:lvl7pPr lvl="6" algn="r">
              <a:buNone/>
              <a:defRPr sz="1528">
                <a:solidFill>
                  <a:schemeClr val="dk2"/>
                </a:solidFill>
              </a:defRPr>
            </a:lvl7pPr>
            <a:lvl8pPr lvl="7" algn="r">
              <a:buNone/>
              <a:defRPr sz="1528">
                <a:solidFill>
                  <a:schemeClr val="dk2"/>
                </a:solidFill>
              </a:defRPr>
            </a:lvl8pPr>
            <a:lvl9pPr lvl="8" algn="r">
              <a:buNone/>
              <a:defRPr sz="1528">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3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5"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447912" y="384748"/>
            <a:ext cx="2852667"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About</a:t>
            </a:r>
            <a:endParaRPr sz="2750">
              <a:solidFill>
                <a:srgbClr val="595959"/>
              </a:solidFill>
            </a:endParaRPr>
          </a:p>
        </p:txBody>
      </p:sp>
      <p:sp>
        <p:nvSpPr>
          <p:cNvPr id="55" name="Google Shape;55;p13"/>
          <p:cNvSpPr txBox="1"/>
          <p:nvPr/>
        </p:nvSpPr>
        <p:spPr>
          <a:xfrm>
            <a:off x="5420447" y="384748"/>
            <a:ext cx="2852667"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Sentiment Data</a:t>
            </a:r>
            <a:endParaRPr sz="2750">
              <a:solidFill>
                <a:srgbClr val="595959"/>
              </a:solidFill>
            </a:endParaRPr>
          </a:p>
        </p:txBody>
      </p:sp>
      <p:sp>
        <p:nvSpPr>
          <p:cNvPr id="56" name="Google Shape;56;p13"/>
          <p:cNvSpPr txBox="1"/>
          <p:nvPr/>
        </p:nvSpPr>
        <p:spPr>
          <a:xfrm>
            <a:off x="5202084" y="5839410"/>
            <a:ext cx="3861458"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Engagement Metrics</a:t>
            </a:r>
            <a:endParaRPr sz="2750">
              <a:solidFill>
                <a:srgbClr val="595959"/>
              </a:solidFill>
            </a:endParaRPr>
          </a:p>
        </p:txBody>
      </p:sp>
      <p:sp>
        <p:nvSpPr>
          <p:cNvPr id="57" name="Google Shape;57;p13"/>
          <p:cNvSpPr/>
          <p:nvPr/>
        </p:nvSpPr>
        <p:spPr>
          <a:xfrm>
            <a:off x="626724" y="105211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58" name="Google Shape;58;p13"/>
          <p:cNvSpPr/>
          <p:nvPr/>
        </p:nvSpPr>
        <p:spPr>
          <a:xfrm>
            <a:off x="626724" y="148413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59" name="Google Shape;59;p13"/>
          <p:cNvSpPr/>
          <p:nvPr/>
        </p:nvSpPr>
        <p:spPr>
          <a:xfrm>
            <a:off x="626724" y="1916153"/>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0" name="Google Shape;60;p13"/>
          <p:cNvSpPr txBox="1"/>
          <p:nvPr/>
        </p:nvSpPr>
        <p:spPr>
          <a:xfrm>
            <a:off x="215913" y="5923017"/>
            <a:ext cx="2852667" cy="754417"/>
          </a:xfrm>
          <a:prstGeom prst="rect">
            <a:avLst/>
          </a:prstGeom>
          <a:noFill/>
          <a:ln>
            <a:noFill/>
          </a:ln>
        </p:spPr>
        <p:txBody>
          <a:bodyPr spcFirstLastPara="1" wrap="square" lIns="139677" tIns="139677" rIns="139677" bIns="139677" anchor="t" anchorCtr="0">
            <a:noAutofit/>
          </a:bodyPr>
          <a:lstStyle/>
          <a:p>
            <a:r>
              <a:rPr lang="en" sz="2750">
                <a:solidFill>
                  <a:srgbClr val="595959"/>
                </a:solidFill>
              </a:rPr>
              <a:t>Project Config</a:t>
            </a:r>
            <a:endParaRPr sz="2750">
              <a:solidFill>
                <a:srgbClr val="595959"/>
              </a:solidFill>
            </a:endParaRPr>
          </a:p>
        </p:txBody>
      </p:sp>
      <p:sp>
        <p:nvSpPr>
          <p:cNvPr id="61" name="Google Shape;61;p13"/>
          <p:cNvSpPr/>
          <p:nvPr/>
        </p:nvSpPr>
        <p:spPr>
          <a:xfrm>
            <a:off x="229534" y="657648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2" name="Google Shape;62;p13"/>
          <p:cNvSpPr/>
          <p:nvPr/>
        </p:nvSpPr>
        <p:spPr>
          <a:xfrm>
            <a:off x="229534" y="7124193"/>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3" name="Google Shape;63;p13"/>
          <p:cNvSpPr/>
          <p:nvPr/>
        </p:nvSpPr>
        <p:spPr>
          <a:xfrm>
            <a:off x="202243" y="7671901"/>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rgbClr val="595959"/>
            </a:solidFill>
            <a:prstDash val="solid"/>
            <a:round/>
            <a:headEnd type="none" w="med" len="med"/>
            <a:tailEnd type="none" w="med" len="med"/>
          </a:ln>
        </p:spPr>
        <p:txBody>
          <a:bodyPr/>
          <a:lstStyle/>
          <a:p>
            <a:endParaRPr lang="en-US"/>
          </a:p>
        </p:txBody>
      </p:sp>
      <p:sp>
        <p:nvSpPr>
          <p:cNvPr id="64" name="Google Shape;64;p13"/>
          <p:cNvSpPr txBox="1"/>
          <p:nvPr/>
        </p:nvSpPr>
        <p:spPr>
          <a:xfrm>
            <a:off x="-2379400" y="2249361"/>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1</a:t>
            </a:r>
            <a:endParaRPr sz="275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p:nvPr/>
        </p:nvSpPr>
        <p:spPr>
          <a:xfrm>
            <a:off x="229548" y="1464732"/>
            <a:ext cx="2852667"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About</a:t>
            </a:r>
            <a:endParaRPr sz="2292">
              <a:solidFill>
                <a:srgbClr val="595959"/>
              </a:solidFill>
            </a:endParaRPr>
          </a:p>
        </p:txBody>
      </p:sp>
      <p:sp>
        <p:nvSpPr>
          <p:cNvPr id="70" name="Google Shape;70;p14"/>
          <p:cNvSpPr txBox="1"/>
          <p:nvPr/>
        </p:nvSpPr>
        <p:spPr>
          <a:xfrm>
            <a:off x="4613965" y="1464732"/>
            <a:ext cx="3525958"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Comment Sentiment</a:t>
            </a:r>
            <a:endParaRPr sz="2292">
              <a:solidFill>
                <a:srgbClr val="595959"/>
              </a:solidFill>
            </a:endParaRPr>
          </a:p>
        </p:txBody>
      </p:sp>
      <p:sp>
        <p:nvSpPr>
          <p:cNvPr id="71" name="Google Shape;71;p14"/>
          <p:cNvSpPr txBox="1"/>
          <p:nvPr/>
        </p:nvSpPr>
        <p:spPr>
          <a:xfrm>
            <a:off x="9536924" y="3806587"/>
            <a:ext cx="3861458"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Engagement Metrics</a:t>
            </a:r>
            <a:endParaRPr sz="2292">
              <a:solidFill>
                <a:srgbClr val="595959"/>
              </a:solidFill>
            </a:endParaRPr>
          </a:p>
        </p:txBody>
      </p:sp>
      <p:sp>
        <p:nvSpPr>
          <p:cNvPr id="72" name="Google Shape;72;p14"/>
          <p:cNvSpPr txBox="1"/>
          <p:nvPr/>
        </p:nvSpPr>
        <p:spPr>
          <a:xfrm>
            <a:off x="187344" y="3639735"/>
            <a:ext cx="3623125" cy="754417"/>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Project Config Setup</a:t>
            </a:r>
            <a:endParaRPr sz="2292">
              <a:solidFill>
                <a:srgbClr val="595959"/>
              </a:solidFill>
            </a:endParaRPr>
          </a:p>
        </p:txBody>
      </p:sp>
      <p:sp>
        <p:nvSpPr>
          <p:cNvPr id="73" name="Google Shape;73;p14"/>
          <p:cNvSpPr txBox="1"/>
          <p:nvPr/>
        </p:nvSpPr>
        <p:spPr>
          <a:xfrm>
            <a:off x="272403" y="8091316"/>
            <a:ext cx="3134083" cy="1058064"/>
          </a:xfrm>
          <a:prstGeom prst="rect">
            <a:avLst/>
          </a:prstGeom>
          <a:noFill/>
          <a:ln>
            <a:noFill/>
          </a:ln>
        </p:spPr>
        <p:txBody>
          <a:bodyPr spcFirstLastPara="1" wrap="square" lIns="139677" tIns="139677" rIns="139677" bIns="139677" anchor="t" anchorCtr="0">
            <a:spAutoFit/>
          </a:bodyPr>
          <a:lstStyle/>
          <a:p>
            <a:r>
              <a:rPr lang="en" sz="1681" b="1">
                <a:solidFill>
                  <a:schemeClr val="dk2"/>
                </a:solidFill>
              </a:rPr>
              <a:t>tools.yml required fields</a:t>
            </a:r>
            <a:endParaRPr sz="1681" b="1">
              <a:solidFill>
                <a:schemeClr val="dk2"/>
              </a:solidFill>
            </a:endParaRPr>
          </a:p>
          <a:p>
            <a:r>
              <a:rPr lang="en" sz="1681">
                <a:solidFill>
                  <a:schemeClr val="dk2"/>
                </a:solidFill>
              </a:rPr>
              <a:t>pysenti:</a:t>
            </a:r>
            <a:endParaRPr sz="1681">
              <a:solidFill>
                <a:schemeClr val="dk2"/>
              </a:solidFill>
            </a:endParaRPr>
          </a:p>
          <a:p>
            <a:r>
              <a:rPr lang="en" sz="1681">
                <a:solidFill>
                  <a:schemeClr val="dk2"/>
                </a:solidFill>
              </a:rPr>
              <a:t>perceval: </a:t>
            </a:r>
            <a:endParaRPr sz="1681">
              <a:solidFill>
                <a:schemeClr val="dk2"/>
              </a:solidFill>
            </a:endParaRPr>
          </a:p>
        </p:txBody>
      </p:sp>
      <p:sp>
        <p:nvSpPr>
          <p:cNvPr id="74" name="Google Shape;74;p14"/>
          <p:cNvSpPr txBox="1"/>
          <p:nvPr/>
        </p:nvSpPr>
        <p:spPr>
          <a:xfrm>
            <a:off x="9353781" y="1464733"/>
            <a:ext cx="3525958" cy="540833"/>
          </a:xfrm>
          <a:prstGeom prst="rect">
            <a:avLst/>
          </a:prstGeom>
          <a:noFill/>
          <a:ln>
            <a:noFill/>
          </a:ln>
        </p:spPr>
        <p:txBody>
          <a:bodyPr spcFirstLastPara="1" wrap="square" lIns="139677" tIns="139677" rIns="139677" bIns="139677" anchor="t" anchorCtr="0">
            <a:noAutofit/>
          </a:bodyPr>
          <a:lstStyle/>
          <a:p>
            <a:r>
              <a:rPr lang="en" sz="2292">
                <a:solidFill>
                  <a:srgbClr val="595959"/>
                </a:solidFill>
              </a:rPr>
              <a:t>Related Vignettes</a:t>
            </a:r>
            <a:endParaRPr sz="2292">
              <a:solidFill>
                <a:srgbClr val="595959"/>
              </a:solidFill>
            </a:endParaRPr>
          </a:p>
        </p:txBody>
      </p:sp>
      <p:sp>
        <p:nvSpPr>
          <p:cNvPr id="75" name="Google Shape;75;p14"/>
          <p:cNvSpPr txBox="1"/>
          <p:nvPr/>
        </p:nvSpPr>
        <p:spPr>
          <a:xfrm>
            <a:off x="9346486" y="2816931"/>
            <a:ext cx="4443542" cy="1058064"/>
          </a:xfrm>
          <a:prstGeom prst="rect">
            <a:avLst/>
          </a:prstGeom>
          <a:noFill/>
          <a:ln>
            <a:noFill/>
          </a:ln>
        </p:spPr>
        <p:txBody>
          <a:bodyPr spcFirstLastPara="1" wrap="square" lIns="139677" tIns="139677" rIns="139677" bIns="139677" anchor="t" anchorCtr="0">
            <a:spAutoFit/>
          </a:bodyPr>
          <a:lstStyle/>
          <a:p>
            <a:r>
              <a:rPr lang="en" sz="1681" b="1">
                <a:solidFill>
                  <a:schemeClr val="dk2"/>
                </a:solidFill>
              </a:rPr>
              <a:t>1. download_github_events.Rmd</a:t>
            </a:r>
            <a:endParaRPr sz="1681" b="1">
              <a:solidFill>
                <a:schemeClr val="dk2"/>
              </a:solidFill>
            </a:endParaRPr>
          </a:p>
          <a:p>
            <a:r>
              <a:rPr lang="en" sz="1681" b="1">
                <a:solidFill>
                  <a:schemeClr val="dk2"/>
                </a:solidFill>
              </a:rPr>
              <a:t>2. download_github_pull_requests.Rmd</a:t>
            </a:r>
            <a:endParaRPr sz="1681" b="1">
              <a:solidFill>
                <a:schemeClr val="dk2"/>
              </a:solidFill>
            </a:endParaRPr>
          </a:p>
          <a:p>
            <a:r>
              <a:rPr lang="en" sz="1681" b="1">
                <a:solidFill>
                  <a:schemeClr val="dk2"/>
                </a:solidFill>
              </a:rPr>
              <a:t>3. sentiment_analysis.Rmd</a:t>
            </a:r>
            <a:endParaRPr sz="1681" b="1">
              <a:solidFill>
                <a:schemeClr val="dk2"/>
              </a:solidFill>
            </a:endParaRPr>
          </a:p>
        </p:txBody>
      </p:sp>
      <p:sp>
        <p:nvSpPr>
          <p:cNvPr id="76" name="Google Shape;76;p14"/>
          <p:cNvSpPr txBox="1"/>
          <p:nvPr/>
        </p:nvSpPr>
        <p:spPr>
          <a:xfrm>
            <a:off x="9369173" y="1960649"/>
            <a:ext cx="4398167" cy="987468"/>
          </a:xfrm>
          <a:prstGeom prst="rect">
            <a:avLst/>
          </a:prstGeom>
          <a:noFill/>
          <a:ln>
            <a:noFill/>
          </a:ln>
        </p:spPr>
        <p:txBody>
          <a:bodyPr spcFirstLastPara="1" wrap="square" lIns="139677" tIns="139677" rIns="139677" bIns="139677" anchor="t" anchorCtr="0">
            <a:spAutoFit/>
          </a:bodyPr>
          <a:lstStyle/>
          <a:p>
            <a:r>
              <a:rPr lang="en" sz="1528">
                <a:solidFill>
                  <a:schemeClr val="dk2"/>
                </a:solidFill>
              </a:rPr>
              <a:t>See notebooks that go in-depth on downloading and parsing communication data, and conducting the full sentiment analysis workflow.</a:t>
            </a:r>
            <a:endParaRPr sz="1528">
              <a:solidFill>
                <a:schemeClr val="dk2"/>
              </a:solidFill>
            </a:endParaRPr>
          </a:p>
        </p:txBody>
      </p:sp>
      <p:sp>
        <p:nvSpPr>
          <p:cNvPr id="77" name="Google Shape;77;p14"/>
          <p:cNvSpPr txBox="1"/>
          <p:nvPr/>
        </p:nvSpPr>
        <p:spPr>
          <a:xfrm>
            <a:off x="10003278" y="5073631"/>
            <a:ext cx="2346667" cy="564147"/>
          </a:xfrm>
          <a:prstGeom prst="rect">
            <a:avLst/>
          </a:prstGeom>
          <a:noFill/>
          <a:ln>
            <a:noFill/>
          </a:ln>
        </p:spPr>
        <p:txBody>
          <a:bodyPr spcFirstLastPara="1" wrap="square" lIns="139677" tIns="139677" rIns="139677" bIns="139677" anchor="t" anchorCtr="0">
            <a:spAutoFit/>
          </a:bodyPr>
          <a:lstStyle/>
          <a:p>
            <a:r>
              <a:rPr lang="en" sz="1833">
                <a:solidFill>
                  <a:schemeClr val="dk2"/>
                </a:solidFill>
              </a:rPr>
              <a:t>sentiment_classifier</a:t>
            </a:r>
            <a:endParaRPr sz="1833">
              <a:solidFill>
                <a:schemeClr val="dk2"/>
              </a:solidFill>
            </a:endParaRPr>
          </a:p>
        </p:txBody>
      </p:sp>
      <p:sp>
        <p:nvSpPr>
          <p:cNvPr id="78" name="Google Shape;78;p14"/>
          <p:cNvSpPr txBox="1"/>
          <p:nvPr/>
        </p:nvSpPr>
        <p:spPr>
          <a:xfrm>
            <a:off x="9812153" y="7603000"/>
            <a:ext cx="2789417" cy="564147"/>
          </a:xfrm>
          <a:prstGeom prst="rect">
            <a:avLst/>
          </a:prstGeom>
          <a:noFill/>
          <a:ln>
            <a:noFill/>
          </a:ln>
        </p:spPr>
        <p:txBody>
          <a:bodyPr spcFirstLastPara="1" wrap="square" lIns="139677" tIns="139677" rIns="139677" bIns="139677" anchor="t" anchorCtr="0">
            <a:spAutoFit/>
          </a:bodyPr>
          <a:lstStyle/>
          <a:p>
            <a:r>
              <a:rPr lang="en" sz="1833">
                <a:solidFill>
                  <a:schemeClr val="dk2"/>
                </a:solidFill>
              </a:rPr>
              <a:t>engagement_sentiment</a:t>
            </a:r>
            <a:endParaRPr sz="1833">
              <a:solidFill>
                <a:schemeClr val="dk2"/>
              </a:solidFill>
            </a:endParaRPr>
          </a:p>
        </p:txBody>
      </p:sp>
      <p:sp>
        <p:nvSpPr>
          <p:cNvPr id="79" name="Google Shape;79;p14"/>
          <p:cNvSpPr txBox="1"/>
          <p:nvPr/>
        </p:nvSpPr>
        <p:spPr>
          <a:xfrm>
            <a:off x="229549" y="1843088"/>
            <a:ext cx="4205208" cy="1927982"/>
          </a:xfrm>
          <a:prstGeom prst="rect">
            <a:avLst/>
          </a:prstGeom>
          <a:noFill/>
          <a:ln>
            <a:noFill/>
          </a:ln>
        </p:spPr>
        <p:txBody>
          <a:bodyPr spcFirstLastPara="1" wrap="square" lIns="139677" tIns="139677" rIns="139677" bIns="139677" anchor="t" anchorCtr="0">
            <a:spAutoFit/>
          </a:bodyPr>
          <a:lstStyle/>
          <a:p>
            <a:r>
              <a:rPr lang="en" sz="1528">
                <a:solidFill>
                  <a:schemeClr val="dk2"/>
                </a:solidFill>
              </a:rPr>
              <a:t>Kaiaulu provides support for analyzing developer communication in open source projects. This cheatsheet covers how to configure, download, and label comments from multiple sources (GitHub, Jira, and mailing lists) with sentiment using a machine learning classifier.</a:t>
            </a:r>
            <a:endParaRPr sz="1528">
              <a:solidFill>
                <a:schemeClr val="dk2"/>
              </a:solidFill>
            </a:endParaRPr>
          </a:p>
        </p:txBody>
      </p:sp>
      <p:sp>
        <p:nvSpPr>
          <p:cNvPr id="80" name="Google Shape;80;p14"/>
          <p:cNvSpPr txBox="1"/>
          <p:nvPr/>
        </p:nvSpPr>
        <p:spPr>
          <a:xfrm>
            <a:off x="9536924" y="5491440"/>
            <a:ext cx="3279375" cy="1598340"/>
          </a:xfrm>
          <a:prstGeom prst="rect">
            <a:avLst/>
          </a:prstGeom>
          <a:noFill/>
          <a:ln>
            <a:noFill/>
          </a:ln>
        </p:spPr>
        <p:txBody>
          <a:bodyPr spcFirstLastPara="1" wrap="square" lIns="139677" tIns="139677" rIns="139677" bIns="139677" anchor="t" anchorCtr="0">
            <a:spAutoFit/>
          </a:bodyPr>
          <a:lstStyle/>
          <a:p>
            <a:pPr algn="ctr"/>
            <a:r>
              <a:rPr lang="en" sz="1069">
                <a:solidFill>
                  <a:schemeClr val="dk2"/>
                </a:solidFill>
              </a:rPr>
              <a:t>Message with UTC timestamp </a:t>
            </a:r>
            <a:r>
              <a:rPr lang="en" sz="1069">
                <a:solidFill>
                  <a:srgbClr val="188038"/>
                </a:solidFill>
              </a:rPr>
              <a:t>YYYY-MM-DDThh:mm:ssZ</a:t>
            </a:r>
            <a:br>
              <a:rPr lang="en" sz="1069">
                <a:solidFill>
                  <a:srgbClr val="188038"/>
                </a:solidFill>
              </a:rPr>
            </a:br>
            <a:endParaRPr sz="1069">
              <a:solidFill>
                <a:schemeClr val="dk2"/>
              </a:solidFill>
            </a:endParaRPr>
          </a:p>
          <a:p>
            <a:pPr algn="ctr"/>
            <a:r>
              <a:rPr lang="en" sz="1069">
                <a:solidFill>
                  <a:schemeClr val="dk2"/>
                </a:solidFill>
              </a:rPr>
              <a:t>Author name and email </a:t>
            </a:r>
            <a:endParaRPr sz="1069">
              <a:solidFill>
                <a:schemeClr val="dk2"/>
              </a:solidFill>
            </a:endParaRPr>
          </a:p>
          <a:p>
            <a:pPr algn="ctr"/>
            <a:r>
              <a:rPr lang="en" sz="1069">
                <a:solidFill>
                  <a:srgbClr val="4A86E8"/>
                </a:solidFill>
              </a:rPr>
              <a:t>firstname lastname &lt;email@domain.com&gt;</a:t>
            </a:r>
            <a:br>
              <a:rPr lang="en" sz="1069">
                <a:solidFill>
                  <a:srgbClr val="4A86E8"/>
                </a:solidFill>
              </a:rPr>
            </a:br>
            <a:endParaRPr sz="1069">
              <a:solidFill>
                <a:srgbClr val="4A86E8"/>
              </a:solidFill>
            </a:endParaRPr>
          </a:p>
          <a:p>
            <a:pPr algn="ctr"/>
            <a:r>
              <a:rPr lang="en" sz="1069">
                <a:solidFill>
                  <a:schemeClr val="dk2"/>
                </a:solidFill>
              </a:rPr>
              <a:t>Message polarity</a:t>
            </a:r>
            <a:endParaRPr sz="1069">
              <a:solidFill>
                <a:schemeClr val="dk2"/>
              </a:solidFill>
            </a:endParaRPr>
          </a:p>
          <a:p>
            <a:pPr algn="ctr"/>
            <a:r>
              <a:rPr lang="en" sz="1069">
                <a:solidFill>
                  <a:srgbClr val="980000"/>
                </a:solidFill>
              </a:rPr>
              <a:t>positive, negative, neutral</a:t>
            </a:r>
            <a:endParaRPr sz="1069">
              <a:solidFill>
                <a:srgbClr val="980000"/>
              </a:solidFill>
            </a:endParaRPr>
          </a:p>
        </p:txBody>
      </p:sp>
      <p:sp>
        <p:nvSpPr>
          <p:cNvPr id="81" name="Google Shape;81;p14"/>
          <p:cNvSpPr txBox="1"/>
          <p:nvPr/>
        </p:nvSpPr>
        <p:spPr>
          <a:xfrm>
            <a:off x="8794882" y="8399163"/>
            <a:ext cx="4567292" cy="658211"/>
          </a:xfrm>
          <a:prstGeom prst="rect">
            <a:avLst/>
          </a:prstGeom>
          <a:noFill/>
          <a:ln>
            <a:noFill/>
          </a:ln>
        </p:spPr>
        <p:txBody>
          <a:bodyPr spcFirstLastPara="1" wrap="square" lIns="139677" tIns="139677" rIns="139677" bIns="139677" anchor="t" anchorCtr="0">
            <a:spAutoFit/>
          </a:bodyPr>
          <a:lstStyle/>
          <a:p>
            <a:r>
              <a:rPr lang="en" sz="1222">
                <a:solidFill>
                  <a:schemeClr val="dk2"/>
                </a:solidFill>
              </a:rPr>
              <a:t>function(</a:t>
            </a:r>
            <a:r>
              <a:rPr lang="en" sz="1222">
                <a:solidFill>
                  <a:srgbClr val="188038"/>
                </a:solidFill>
              </a:rPr>
              <a:t>datetimetz</a:t>
            </a:r>
            <a:r>
              <a:rPr lang="en" sz="1222">
                <a:solidFill>
                  <a:schemeClr val="dk2"/>
                </a:solidFill>
              </a:rPr>
              <a:t>, </a:t>
            </a:r>
            <a:r>
              <a:rPr lang="en" sz="1222">
                <a:solidFill>
                  <a:srgbClr val="4A86E8"/>
                </a:solidFill>
              </a:rPr>
              <a:t>user_name_email</a:t>
            </a:r>
            <a:r>
              <a:rPr lang="en" sz="1222">
                <a:solidFill>
                  <a:schemeClr val="dk2"/>
                </a:solidFill>
              </a:rPr>
              <a:t>, </a:t>
            </a:r>
            <a:r>
              <a:rPr lang="en" sz="1222">
                <a:solidFill>
                  <a:srgbClr val="980000"/>
                </a:solidFill>
              </a:rPr>
              <a:t>polarity</a:t>
            </a:r>
            <a:r>
              <a:rPr lang="en" sz="1222">
                <a:solidFill>
                  <a:schemeClr val="dk2"/>
                </a:solidFill>
              </a:rPr>
              <a:t>, quit_lag = 90, aggregate_func)</a:t>
            </a:r>
            <a:endParaRPr sz="1222">
              <a:solidFill>
                <a:schemeClr val="dk2"/>
              </a:solidFill>
            </a:endParaRPr>
          </a:p>
        </p:txBody>
      </p:sp>
      <p:sp>
        <p:nvSpPr>
          <p:cNvPr id="82" name="Google Shape;82;p14"/>
          <p:cNvSpPr txBox="1"/>
          <p:nvPr/>
        </p:nvSpPr>
        <p:spPr>
          <a:xfrm>
            <a:off x="187344" y="4080722"/>
            <a:ext cx="4119500" cy="987468"/>
          </a:xfrm>
          <a:prstGeom prst="rect">
            <a:avLst/>
          </a:prstGeom>
          <a:noFill/>
          <a:ln>
            <a:noFill/>
          </a:ln>
        </p:spPr>
        <p:txBody>
          <a:bodyPr spcFirstLastPara="1" wrap="square" lIns="139677" tIns="139677" rIns="139677" bIns="139677" anchor="t" anchorCtr="0">
            <a:spAutoFit/>
          </a:bodyPr>
          <a:lstStyle/>
          <a:p>
            <a:r>
              <a:rPr lang="en" sz="1528">
                <a:solidFill>
                  <a:schemeClr val="dk2"/>
                </a:solidFill>
              </a:rPr>
              <a:t>Before running a vignette, you must set up a project configuration file (examples in conf/) to specify the paths to download the data.</a:t>
            </a:r>
            <a:endParaRPr sz="1528">
              <a:solidFill>
                <a:schemeClr val="dk2"/>
              </a:solidFill>
            </a:endParaRPr>
          </a:p>
        </p:txBody>
      </p:sp>
      <p:sp>
        <p:nvSpPr>
          <p:cNvPr id="83" name="Google Shape;83;p14"/>
          <p:cNvSpPr txBox="1"/>
          <p:nvPr/>
        </p:nvSpPr>
        <p:spPr>
          <a:xfrm>
            <a:off x="8676212" y="7909282"/>
            <a:ext cx="5181000" cy="658211"/>
          </a:xfrm>
          <a:prstGeom prst="rect">
            <a:avLst/>
          </a:prstGeom>
          <a:noFill/>
          <a:ln>
            <a:noFill/>
          </a:ln>
        </p:spPr>
        <p:txBody>
          <a:bodyPr spcFirstLastPara="1" wrap="square" lIns="139677" tIns="139677" rIns="139677" bIns="139677" anchor="t" anchorCtr="0">
            <a:spAutoFit/>
          </a:bodyPr>
          <a:lstStyle/>
          <a:p>
            <a:r>
              <a:rPr lang="en" sz="1222">
                <a:solidFill>
                  <a:schemeClr val="dk2"/>
                </a:solidFill>
              </a:rPr>
              <a:t>The function sets aggregate_func = mean by default when aggregating the polarity of a developer’s messages within a 90-day rolling window.</a:t>
            </a:r>
            <a:endParaRPr sz="1222">
              <a:solidFill>
                <a:schemeClr val="dk2"/>
              </a:solidFill>
            </a:endParaRPr>
          </a:p>
        </p:txBody>
      </p:sp>
      <p:sp>
        <p:nvSpPr>
          <p:cNvPr id="84" name="Google Shape;84;p14"/>
          <p:cNvSpPr txBox="1"/>
          <p:nvPr/>
        </p:nvSpPr>
        <p:spPr>
          <a:xfrm>
            <a:off x="272403" y="4950659"/>
            <a:ext cx="4119500" cy="540743"/>
          </a:xfrm>
          <a:prstGeom prst="rect">
            <a:avLst/>
          </a:prstGeom>
          <a:noFill/>
          <a:ln>
            <a:noFill/>
          </a:ln>
        </p:spPr>
        <p:txBody>
          <a:bodyPr spcFirstLastPara="1" wrap="square" lIns="139677" tIns="139677" rIns="139677" bIns="139677" anchor="t" anchorCtr="0">
            <a:spAutoFit/>
          </a:bodyPr>
          <a:lstStyle/>
          <a:p>
            <a:pPr algn="ctr"/>
            <a:r>
              <a:rPr lang="en" sz="1681" b="1">
                <a:solidFill>
                  <a:schemeClr val="dk2"/>
                </a:solidFill>
              </a:rPr>
              <a:t>Required Fields</a:t>
            </a:r>
            <a:endParaRPr sz="1681" b="1">
              <a:solidFill>
                <a:schemeClr val="dk2"/>
              </a:solidFill>
            </a:endParaRPr>
          </a:p>
        </p:txBody>
      </p:sp>
      <p:sp>
        <p:nvSpPr>
          <p:cNvPr id="85" name="Google Shape;85;p14"/>
          <p:cNvSpPr txBox="1"/>
          <p:nvPr/>
        </p:nvSpPr>
        <p:spPr>
          <a:xfrm>
            <a:off x="272403" y="5271510"/>
            <a:ext cx="4119500" cy="3127348"/>
          </a:xfrm>
          <a:prstGeom prst="rect">
            <a:avLst/>
          </a:prstGeom>
          <a:noFill/>
          <a:ln>
            <a:noFill/>
          </a:ln>
        </p:spPr>
        <p:txBody>
          <a:bodyPr spcFirstLastPara="1" wrap="square" lIns="139677" tIns="139677" rIns="139677" bIns="139677" anchor="t" anchorCtr="0">
            <a:spAutoFit/>
          </a:bodyPr>
          <a:lstStyle/>
          <a:p>
            <a:r>
              <a:rPr lang="en" sz="1681">
                <a:solidFill>
                  <a:schemeClr val="dk2"/>
                </a:solidFill>
              </a:rPr>
              <a:t>issue_tracker:</a:t>
            </a:r>
            <a:endParaRPr sz="1681">
              <a:solidFill>
                <a:schemeClr val="dk2"/>
              </a:solidFill>
            </a:endParaRPr>
          </a:p>
          <a:p>
            <a:r>
              <a:rPr lang="en" sz="1681">
                <a:solidFill>
                  <a:schemeClr val="dk2"/>
                </a:solidFill>
              </a:rPr>
              <a:t>   github: </a:t>
            </a:r>
            <a:endParaRPr sz="1681">
              <a:solidFill>
                <a:schemeClr val="dk2"/>
              </a:solidFill>
            </a:endParaRPr>
          </a:p>
          <a:p>
            <a:r>
              <a:rPr lang="en" sz="1681">
                <a:solidFill>
                  <a:schemeClr val="dk2"/>
                </a:solidFill>
              </a:rPr>
              <a:t>      project_key_1:</a:t>
            </a:r>
            <a:endParaRPr sz="1681">
              <a:solidFill>
                <a:schemeClr val="dk2"/>
              </a:solidFill>
            </a:endParaRPr>
          </a:p>
          <a:p>
            <a:r>
              <a:rPr lang="en" sz="1681">
                <a:solidFill>
                  <a:schemeClr val="dk2"/>
                </a:solidFill>
              </a:rPr>
              <a:t>         owner:</a:t>
            </a:r>
            <a:endParaRPr sz="1681">
              <a:solidFill>
                <a:schemeClr val="dk2"/>
              </a:solidFill>
            </a:endParaRPr>
          </a:p>
          <a:p>
            <a:r>
              <a:rPr lang="en" sz="1681">
                <a:solidFill>
                  <a:schemeClr val="dk2"/>
                </a:solidFill>
              </a:rPr>
              <a:t>         repo:</a:t>
            </a:r>
            <a:endParaRPr sz="1681">
              <a:solidFill>
                <a:schemeClr val="dk2"/>
              </a:solidFill>
            </a:endParaRPr>
          </a:p>
          <a:p>
            <a:r>
              <a:rPr lang="en" sz="1681">
                <a:solidFill>
                  <a:schemeClr val="dk2"/>
                </a:solidFill>
              </a:rPr>
              <a:t>         issue_or_pr_comment:</a:t>
            </a:r>
            <a:endParaRPr sz="1681">
              <a:solidFill>
                <a:schemeClr val="dk2"/>
              </a:solidFill>
            </a:endParaRPr>
          </a:p>
          <a:p>
            <a:r>
              <a:rPr lang="en" sz="1681">
                <a:solidFill>
                  <a:schemeClr val="dk2"/>
                </a:solidFill>
              </a:rPr>
              <a:t>         issue_event:</a:t>
            </a:r>
            <a:endParaRPr sz="1681">
              <a:solidFill>
                <a:schemeClr val="dk2"/>
              </a:solidFill>
            </a:endParaRPr>
          </a:p>
          <a:p>
            <a:r>
              <a:rPr lang="en" sz="1681">
                <a:solidFill>
                  <a:schemeClr val="dk2"/>
                </a:solidFill>
              </a:rPr>
              <a:t>         commit:</a:t>
            </a:r>
            <a:endParaRPr sz="1681">
              <a:solidFill>
                <a:schemeClr val="dk2"/>
              </a:solidFill>
            </a:endParaRPr>
          </a:p>
          <a:p>
            <a:r>
              <a:rPr lang="en" sz="1681">
                <a:solidFill>
                  <a:schemeClr val="dk2"/>
                </a:solidFill>
              </a:rPr>
              <a:t>         commit_comments:</a:t>
            </a:r>
            <a:endParaRPr sz="1681">
              <a:solidFill>
                <a:schemeClr val="dk2"/>
              </a:solidFill>
            </a:endParaRPr>
          </a:p>
          <a:p>
            <a:r>
              <a:rPr lang="en" sz="1681">
                <a:solidFill>
                  <a:schemeClr val="dk2"/>
                </a:solidFill>
              </a:rPr>
              <a:t>         pr_comments:</a:t>
            </a:r>
            <a:endParaRPr sz="1681">
              <a:solidFill>
                <a:schemeClr val="dk2"/>
              </a:solidFill>
            </a:endParaRPr>
          </a:p>
          <a:p>
            <a:pPr>
              <a:buClr>
                <a:schemeClr val="dk1"/>
              </a:buClr>
              <a:buSzPts val="1100"/>
            </a:pPr>
            <a:endParaRPr sz="1681">
              <a:solidFill>
                <a:schemeClr val="dk2"/>
              </a:solidFill>
            </a:endParaRPr>
          </a:p>
        </p:txBody>
      </p:sp>
      <p:cxnSp>
        <p:nvCxnSpPr>
          <p:cNvPr id="86" name="Google Shape;86;p14"/>
          <p:cNvCxnSpPr>
            <a:stCxn id="80" idx="2"/>
            <a:endCxn id="78" idx="0"/>
          </p:cNvCxnSpPr>
          <p:nvPr/>
        </p:nvCxnSpPr>
        <p:spPr>
          <a:xfrm>
            <a:off x="11176612" y="7089780"/>
            <a:ext cx="30250" cy="513220"/>
          </a:xfrm>
          <a:prstGeom prst="straightConnector1">
            <a:avLst/>
          </a:prstGeom>
          <a:noFill/>
          <a:ln w="9525" cap="flat" cmpd="sng">
            <a:solidFill>
              <a:schemeClr val="dk2"/>
            </a:solidFill>
            <a:prstDash val="solid"/>
            <a:round/>
            <a:headEnd type="none" w="med" len="med"/>
            <a:tailEnd type="triangle" w="med" len="med"/>
          </a:ln>
        </p:spPr>
      </p:cxnSp>
      <p:sp>
        <p:nvSpPr>
          <p:cNvPr id="87" name="Google Shape;87;p14"/>
          <p:cNvSpPr txBox="1"/>
          <p:nvPr/>
        </p:nvSpPr>
        <p:spPr>
          <a:xfrm>
            <a:off x="4613947" y="1960649"/>
            <a:ext cx="4119500" cy="2092706"/>
          </a:xfrm>
          <a:prstGeom prst="rect">
            <a:avLst/>
          </a:prstGeom>
          <a:noFill/>
          <a:ln>
            <a:noFill/>
          </a:ln>
        </p:spPr>
        <p:txBody>
          <a:bodyPr spcFirstLastPara="1" wrap="square" lIns="139677" tIns="139677" rIns="139677" bIns="139677" anchor="t" anchorCtr="0">
            <a:spAutoFit/>
          </a:bodyPr>
          <a:lstStyle/>
          <a:p>
            <a:r>
              <a:rPr lang="en" sz="1681">
                <a:solidFill>
                  <a:schemeClr val="dk2"/>
                </a:solidFill>
              </a:rPr>
              <a:t>Comments are text written by developers from GitHub (commit, issue, or PR comments), Jira (issue comments), or mailing lists (emails). Kaiaulu downloads and parses this data from each source so it can be passed to the sentiment classifier.</a:t>
            </a:r>
            <a:endParaRPr sz="1681">
              <a:solidFill>
                <a:schemeClr val="dk2"/>
              </a:solidFill>
            </a:endParaRPr>
          </a:p>
        </p:txBody>
      </p:sp>
      <p:sp>
        <p:nvSpPr>
          <p:cNvPr id="88" name="Google Shape;88;p14"/>
          <p:cNvSpPr txBox="1"/>
          <p:nvPr/>
        </p:nvSpPr>
        <p:spPr>
          <a:xfrm>
            <a:off x="4533624" y="6839685"/>
            <a:ext cx="4119500" cy="1834045"/>
          </a:xfrm>
          <a:prstGeom prst="rect">
            <a:avLst/>
          </a:prstGeom>
          <a:noFill/>
          <a:ln>
            <a:noFill/>
          </a:ln>
        </p:spPr>
        <p:txBody>
          <a:bodyPr spcFirstLastPara="1" wrap="square" lIns="139677" tIns="139677" rIns="139677" bIns="139677" anchor="t" anchorCtr="0">
            <a:spAutoFit/>
          </a:bodyPr>
          <a:lstStyle/>
          <a:p>
            <a:r>
              <a:rPr lang="en" sz="1681">
                <a:solidFill>
                  <a:schemeClr val="dk2"/>
                </a:solidFill>
              </a:rPr>
              <a:t>Kaiaulu (R) passes comment text to the sentiment classifier (Python) using the system2() call. The classifier predicts whether each comment is positive, negative, or neutral, and returns that label to Kaiaulu.</a:t>
            </a:r>
            <a:endParaRPr sz="1681">
              <a:solidFill>
                <a:schemeClr val="dk2"/>
              </a:solidFill>
            </a:endParaRPr>
          </a:p>
        </p:txBody>
      </p:sp>
      <p:sp>
        <p:nvSpPr>
          <p:cNvPr id="89" name="Google Shape;89;p14"/>
          <p:cNvSpPr txBox="1"/>
          <p:nvPr/>
        </p:nvSpPr>
        <p:spPr>
          <a:xfrm>
            <a:off x="9369173" y="4280542"/>
            <a:ext cx="4398167" cy="916871"/>
          </a:xfrm>
          <a:prstGeom prst="rect">
            <a:avLst/>
          </a:prstGeom>
          <a:noFill/>
          <a:ln>
            <a:noFill/>
          </a:ln>
        </p:spPr>
        <p:txBody>
          <a:bodyPr spcFirstLastPara="1" wrap="square" lIns="139677" tIns="139677" rIns="139677" bIns="139677" anchor="t" anchorCtr="0">
            <a:spAutoFit/>
          </a:bodyPr>
          <a:lstStyle/>
          <a:p>
            <a:r>
              <a:rPr lang="en" sz="1375">
                <a:solidFill>
                  <a:schemeClr val="dk2"/>
                </a:solidFill>
              </a:rPr>
              <a:t>After labeling, Kaiaulu aggregates each developer's comment sentiment across all sources over a rolling 90-day window to produce an engagement score.</a:t>
            </a:r>
            <a:endParaRPr sz="1375">
              <a:solidFill>
                <a:schemeClr val="dk2"/>
              </a:solidFill>
            </a:endParaRPr>
          </a:p>
        </p:txBody>
      </p:sp>
      <p:pic>
        <p:nvPicPr>
          <p:cNvPr id="90" name="Google Shape;90;p14" title="Github_Commit_Comments.drawio (1).png"/>
          <p:cNvPicPr preferRelativeResize="0"/>
          <p:nvPr/>
        </p:nvPicPr>
        <p:blipFill>
          <a:blip r:embed="rId3">
            <a:alphaModFix/>
          </a:blip>
          <a:stretch>
            <a:fillRect/>
          </a:stretch>
        </p:blipFill>
        <p:spPr>
          <a:xfrm>
            <a:off x="4474326" y="4137371"/>
            <a:ext cx="4567292" cy="2167351"/>
          </a:xfrm>
          <a:prstGeom prst="rect">
            <a:avLst/>
          </a:prstGeom>
          <a:noFill/>
          <a:ln>
            <a:noFill/>
          </a:ln>
        </p:spPr>
      </p:pic>
      <p:sp>
        <p:nvSpPr>
          <p:cNvPr id="91" name="Google Shape;91;p14"/>
          <p:cNvSpPr txBox="1"/>
          <p:nvPr/>
        </p:nvSpPr>
        <p:spPr>
          <a:xfrm>
            <a:off x="-2269952" y="2659379"/>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2</a:t>
            </a:r>
            <a:endParaRPr sz="2750"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p:nvPr/>
        </p:nvSpPr>
        <p:spPr>
          <a:xfrm>
            <a:off x="9924406" y="5094465"/>
            <a:ext cx="2850833" cy="13805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97" name="Google Shape;97;p15"/>
          <p:cNvPicPr preferRelativeResize="0"/>
          <p:nvPr/>
        </p:nvPicPr>
        <p:blipFill>
          <a:blip r:embed="rId3">
            <a:alphaModFix/>
          </a:blip>
          <a:stretch>
            <a:fillRect/>
          </a:stretch>
        </p:blipFill>
        <p:spPr>
          <a:xfrm>
            <a:off x="381358" y="7854014"/>
            <a:ext cx="3795917" cy="960514"/>
          </a:xfrm>
          <a:prstGeom prst="rect">
            <a:avLst/>
          </a:prstGeom>
          <a:noFill/>
          <a:ln>
            <a:noFill/>
          </a:ln>
        </p:spPr>
      </p:pic>
      <p:pic>
        <p:nvPicPr>
          <p:cNvPr id="98" name="Google Shape;98;p15"/>
          <p:cNvPicPr preferRelativeResize="0"/>
          <p:nvPr/>
        </p:nvPicPr>
        <p:blipFill>
          <a:blip r:embed="rId3">
            <a:alphaModFix/>
          </a:blip>
          <a:stretch>
            <a:fillRect/>
          </a:stretch>
        </p:blipFill>
        <p:spPr>
          <a:xfrm>
            <a:off x="361243" y="3542667"/>
            <a:ext cx="3830026" cy="3831476"/>
          </a:xfrm>
          <a:prstGeom prst="rect">
            <a:avLst/>
          </a:prstGeom>
          <a:noFill/>
          <a:ln>
            <a:noFill/>
          </a:ln>
        </p:spPr>
      </p:pic>
      <p:pic>
        <p:nvPicPr>
          <p:cNvPr id="99" name="Google Shape;99;p15" descr="Image"/>
          <p:cNvPicPr preferRelativeResize="0"/>
          <p:nvPr/>
        </p:nvPicPr>
        <p:blipFill rotWithShape="1">
          <a:blip r:embed="rId4">
            <a:alphaModFix/>
          </a:blip>
          <a:srcRect/>
          <a:stretch/>
        </p:blipFill>
        <p:spPr>
          <a:xfrm>
            <a:off x="8848773" y="-492534"/>
            <a:ext cx="5121227" cy="2176608"/>
          </a:xfrm>
          <a:prstGeom prst="rect">
            <a:avLst/>
          </a:prstGeom>
          <a:noFill/>
          <a:ln>
            <a:noFill/>
          </a:ln>
        </p:spPr>
      </p:pic>
      <p:pic>
        <p:nvPicPr>
          <p:cNvPr id="100" name="Google Shape;100;p15" descr="A picture containing text&#10;&#10;Description automatically generated"/>
          <p:cNvPicPr preferRelativeResize="0"/>
          <p:nvPr/>
        </p:nvPicPr>
        <p:blipFill rotWithShape="1">
          <a:blip r:embed="rId5">
            <a:alphaModFix/>
          </a:blip>
          <a:srcRect/>
          <a:stretch/>
        </p:blipFill>
        <p:spPr>
          <a:xfrm>
            <a:off x="12603594" y="52031"/>
            <a:ext cx="1069925" cy="1281447"/>
          </a:xfrm>
          <a:prstGeom prst="rect">
            <a:avLst/>
          </a:prstGeom>
          <a:noFill/>
          <a:ln>
            <a:noFill/>
          </a:ln>
        </p:spPr>
      </p:pic>
      <p:sp>
        <p:nvSpPr>
          <p:cNvPr id="101" name="Google Shape;101;p15"/>
          <p:cNvSpPr txBox="1"/>
          <p:nvPr/>
        </p:nvSpPr>
        <p:spPr>
          <a:xfrm>
            <a:off x="9426962" y="3119259"/>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102" name="Google Shape;102;p15"/>
          <p:cNvSpPr txBox="1"/>
          <p:nvPr/>
        </p:nvSpPr>
        <p:spPr>
          <a:xfrm>
            <a:off x="118365" y="790073"/>
            <a:ext cx="1050500" cy="517458"/>
          </a:xfrm>
          <a:prstGeom prst="rect">
            <a:avLst/>
          </a:prstGeom>
          <a:noFill/>
          <a:ln>
            <a:noFill/>
          </a:ln>
        </p:spPr>
        <p:txBody>
          <a:bodyPr spcFirstLastPara="1" wrap="square" lIns="139677" tIns="139677" rIns="139677" bIns="139677" anchor="t" anchorCtr="0">
            <a:noAutofit/>
          </a:bodyPr>
          <a:lstStyle/>
          <a:p>
            <a:r>
              <a:rPr lang="en" sz="1833" dirty="0">
                <a:solidFill>
                  <a:srgbClr val="628DB5"/>
                </a:solidFill>
                <a:latin typeface="Source Sans 3"/>
                <a:ea typeface="Source Sans 3"/>
                <a:cs typeface="Source Sans 3"/>
                <a:sym typeface="Source Sans 3"/>
              </a:rPr>
              <a:t>About</a:t>
            </a:r>
            <a:endParaRPr sz="1833" dirty="0">
              <a:solidFill>
                <a:srgbClr val="628DB5"/>
              </a:solidFill>
              <a:latin typeface="Source Sans 3"/>
              <a:ea typeface="Source Sans 3"/>
              <a:cs typeface="Source Sans 3"/>
              <a:sym typeface="Source Sans 3"/>
            </a:endParaRPr>
          </a:p>
        </p:txBody>
      </p:sp>
      <p:sp>
        <p:nvSpPr>
          <p:cNvPr id="103" name="Google Shape;103;p15"/>
          <p:cNvSpPr txBox="1"/>
          <p:nvPr/>
        </p:nvSpPr>
        <p:spPr>
          <a:xfrm>
            <a:off x="4516188" y="2056174"/>
            <a:ext cx="3525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Comment Sentiment</a:t>
            </a:r>
            <a:endParaRPr sz="1833">
              <a:solidFill>
                <a:srgbClr val="628DB5"/>
              </a:solidFill>
              <a:latin typeface="Source Sans 3"/>
              <a:ea typeface="Source Sans 3"/>
              <a:cs typeface="Source Sans 3"/>
              <a:sym typeface="Source Sans 3"/>
            </a:endParaRPr>
          </a:p>
        </p:txBody>
      </p:sp>
      <p:sp>
        <p:nvSpPr>
          <p:cNvPr id="104" name="Google Shape;104;p15"/>
          <p:cNvSpPr txBox="1"/>
          <p:nvPr/>
        </p:nvSpPr>
        <p:spPr>
          <a:xfrm>
            <a:off x="9308139" y="3909083"/>
            <a:ext cx="2387000"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Engagement Metric</a:t>
            </a:r>
            <a:endParaRPr sz="1833">
              <a:solidFill>
                <a:srgbClr val="628DB5"/>
              </a:solidFill>
              <a:latin typeface="Source Sans 3"/>
              <a:ea typeface="Source Sans 3"/>
              <a:cs typeface="Source Sans 3"/>
              <a:sym typeface="Source Sans 3"/>
            </a:endParaRPr>
          </a:p>
        </p:txBody>
      </p:sp>
      <p:sp>
        <p:nvSpPr>
          <p:cNvPr id="105" name="Google Shape;105;p15"/>
          <p:cNvSpPr txBox="1"/>
          <p:nvPr/>
        </p:nvSpPr>
        <p:spPr>
          <a:xfrm>
            <a:off x="361243" y="3510236"/>
            <a:ext cx="2304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Project Config Setup</a:t>
            </a:r>
            <a:endParaRPr sz="1833">
              <a:solidFill>
                <a:srgbClr val="628DB5"/>
              </a:solidFill>
              <a:latin typeface="Source Sans 3"/>
              <a:ea typeface="Source Sans 3"/>
              <a:cs typeface="Source Sans 3"/>
              <a:sym typeface="Source Sans 3"/>
            </a:endParaRPr>
          </a:p>
        </p:txBody>
      </p:sp>
      <p:sp>
        <p:nvSpPr>
          <p:cNvPr id="106" name="Google Shape;106;p15"/>
          <p:cNvSpPr txBox="1"/>
          <p:nvPr/>
        </p:nvSpPr>
        <p:spPr>
          <a:xfrm>
            <a:off x="9308139" y="2056174"/>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1833">
                <a:solidFill>
                  <a:srgbClr val="628DB5"/>
                </a:solidFill>
                <a:latin typeface="Source Sans 3"/>
                <a:ea typeface="Source Sans 3"/>
                <a:cs typeface="Source Sans 3"/>
                <a:sym typeface="Source Sans 3"/>
              </a:rPr>
              <a:t>Related Vignettes</a:t>
            </a:r>
            <a:endParaRPr sz="1833">
              <a:solidFill>
                <a:srgbClr val="595959"/>
              </a:solidFill>
              <a:latin typeface="Source Sans 3"/>
              <a:ea typeface="Source Sans 3"/>
              <a:cs typeface="Source Sans 3"/>
              <a:sym typeface="Source Sans 3"/>
            </a:endParaRPr>
          </a:p>
        </p:txBody>
      </p:sp>
      <p:sp>
        <p:nvSpPr>
          <p:cNvPr id="107" name="Google Shape;107;p15"/>
          <p:cNvSpPr txBox="1"/>
          <p:nvPr/>
        </p:nvSpPr>
        <p:spPr>
          <a:xfrm>
            <a:off x="9451864" y="3109634"/>
            <a:ext cx="3795917"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1. download_github_events.Rmd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2. download_github_pull_requests.Rmd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3. sentiment_analysis.Rmd</a:t>
            </a:r>
            <a:endParaRPr sz="1222" b="1">
              <a:solidFill>
                <a:schemeClr val="dk2"/>
              </a:solidFill>
              <a:latin typeface="Source Sans 3"/>
              <a:ea typeface="Source Sans 3"/>
              <a:cs typeface="Source Sans 3"/>
              <a:sym typeface="Source Sans 3"/>
            </a:endParaRPr>
          </a:p>
        </p:txBody>
      </p:sp>
      <p:sp>
        <p:nvSpPr>
          <p:cNvPr id="108" name="Google Shape;108;p15"/>
          <p:cNvSpPr txBox="1"/>
          <p:nvPr/>
        </p:nvSpPr>
        <p:spPr>
          <a:xfrm>
            <a:off x="9308521" y="2340112"/>
            <a:ext cx="4398167"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22">
              <a:solidFill>
                <a:schemeClr val="dk2"/>
              </a:solidFill>
              <a:latin typeface="Source Sans 3"/>
              <a:ea typeface="Source Sans 3"/>
              <a:cs typeface="Source Sans 3"/>
              <a:sym typeface="Source Sans 3"/>
            </a:endParaRPr>
          </a:p>
        </p:txBody>
      </p:sp>
      <p:sp>
        <p:nvSpPr>
          <p:cNvPr id="109" name="Google Shape;109;p15"/>
          <p:cNvSpPr txBox="1"/>
          <p:nvPr/>
        </p:nvSpPr>
        <p:spPr>
          <a:xfrm>
            <a:off x="10055184" y="5084840"/>
            <a:ext cx="2618917" cy="470147"/>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sailuh/sentiment_github_dataset</a:t>
            </a:r>
            <a:endParaRPr sz="1222" b="1">
              <a:solidFill>
                <a:schemeClr val="dk2"/>
              </a:solidFill>
              <a:latin typeface="Source Sans 3"/>
              <a:ea typeface="Source Sans 3"/>
              <a:cs typeface="Source Sans 3"/>
              <a:sym typeface="Source Sans 3"/>
            </a:endParaRPr>
          </a:p>
        </p:txBody>
      </p:sp>
      <p:sp>
        <p:nvSpPr>
          <p:cNvPr id="110" name="Google Shape;110;p15"/>
          <p:cNvSpPr txBox="1"/>
          <p:nvPr/>
        </p:nvSpPr>
        <p:spPr>
          <a:xfrm>
            <a:off x="10320559" y="6899975"/>
            <a:ext cx="2088167" cy="769083"/>
          </a:xfrm>
          <a:prstGeom prst="rect">
            <a:avLst/>
          </a:prstGeom>
          <a:noFill/>
          <a:ln w="9525" cap="flat" cmpd="sng">
            <a:solidFill>
              <a:srgbClr val="000000"/>
            </a:solidFill>
            <a:prstDash val="solid"/>
            <a:round/>
            <a:headEnd type="none" w="sm" len="sm"/>
            <a:tailEnd type="none" w="sm" len="sm"/>
          </a:ln>
        </p:spPr>
        <p:txBody>
          <a:bodyPr spcFirstLastPara="1" wrap="square" lIns="139677" tIns="139677" rIns="139677" bIns="139677" anchor="t" anchorCtr="0">
            <a:noAutofit/>
          </a:bodyPr>
          <a:lstStyle/>
          <a:p>
            <a:pPr algn="ctr"/>
            <a:r>
              <a:rPr lang="en" sz="1222" b="1">
                <a:solidFill>
                  <a:schemeClr val="dk2"/>
                </a:solidFill>
                <a:latin typeface="Source Sans 3"/>
                <a:ea typeface="Source Sans 3"/>
                <a:cs typeface="Source Sans 3"/>
                <a:sym typeface="Source Sans 3"/>
              </a:rPr>
              <a:t>kaiaulu/metric.R</a:t>
            </a:r>
            <a:endParaRPr sz="1222">
              <a:solidFill>
                <a:schemeClr val="dk2"/>
              </a:solidFill>
              <a:latin typeface="Source Sans 3"/>
              <a:ea typeface="Source Sans 3"/>
              <a:cs typeface="Source Sans 3"/>
              <a:sym typeface="Source Sans 3"/>
            </a:endParaRPr>
          </a:p>
        </p:txBody>
      </p:sp>
      <p:sp>
        <p:nvSpPr>
          <p:cNvPr id="111" name="Google Shape;111;p15"/>
          <p:cNvSpPr txBox="1"/>
          <p:nvPr/>
        </p:nvSpPr>
        <p:spPr>
          <a:xfrm>
            <a:off x="118365" y="1112072"/>
            <a:ext cx="4205208" cy="1222404"/>
          </a:xfrm>
          <a:prstGeom prst="rect">
            <a:avLst/>
          </a:prstGeom>
          <a:noFill/>
          <a:ln>
            <a:noFill/>
          </a:ln>
        </p:spPr>
        <p:txBody>
          <a:bodyPr spcFirstLastPara="1" wrap="square" lIns="139677" tIns="139677" rIns="139677" bIns="139677" anchor="t" anchorCtr="0">
            <a:spAutoFit/>
          </a:bodyPr>
          <a:lstStyle/>
          <a:p>
            <a:r>
              <a:rPr lang="en" sz="1222" dirty="0">
                <a:solidFill>
                  <a:schemeClr val="dk2"/>
                </a:solidFill>
                <a:latin typeface="Source Sans 3"/>
                <a:ea typeface="Source Sans 3"/>
                <a:cs typeface="Source Sans 3"/>
                <a:sym typeface="Source Sans 3"/>
              </a:rPr>
              <a:t>Kaiaulu provides support for analyzing developer communication in open source projects. This cheatsheet covers how to configure, download, and label comments from multiple sources (GitHub, Jira, and mailing lists) with sentiment using a machine learning classifier.</a:t>
            </a:r>
            <a:endParaRPr sz="1222" dirty="0">
              <a:solidFill>
                <a:schemeClr val="dk2"/>
              </a:solidFill>
              <a:latin typeface="Source Sans 3"/>
              <a:ea typeface="Source Sans 3"/>
              <a:cs typeface="Source Sans 3"/>
              <a:sym typeface="Source Sans 3"/>
            </a:endParaRPr>
          </a:p>
        </p:txBody>
      </p:sp>
      <p:sp>
        <p:nvSpPr>
          <p:cNvPr id="112" name="Google Shape;112;p15"/>
          <p:cNvSpPr txBox="1"/>
          <p:nvPr/>
        </p:nvSpPr>
        <p:spPr>
          <a:xfrm>
            <a:off x="10096052" y="5414571"/>
            <a:ext cx="2507542" cy="1034339"/>
          </a:xfrm>
          <a:prstGeom prst="rect">
            <a:avLst/>
          </a:prstGeom>
          <a:noFill/>
          <a:ln>
            <a:noFill/>
          </a:ln>
        </p:spPr>
        <p:txBody>
          <a:bodyPr spcFirstLastPara="1" wrap="square" lIns="139677" tIns="139677" rIns="139677" bIns="139677" anchor="t" anchorCtr="0">
            <a:spAutoFit/>
          </a:bodyPr>
          <a:lstStyle/>
          <a:p>
            <a:pPr algn="ctr"/>
            <a:r>
              <a:rPr lang="en" sz="1222">
                <a:solidFill>
                  <a:schemeClr val="dk2"/>
                </a:solidFill>
                <a:latin typeface="Source Sans 3"/>
                <a:ea typeface="Source Sans 3"/>
                <a:cs typeface="Source Sans 3"/>
                <a:sym typeface="Source Sans 3"/>
              </a:rPr>
              <a:t>Message</a:t>
            </a:r>
            <a:endParaRPr sz="1222">
              <a:solidFill>
                <a:schemeClr val="dk2"/>
              </a:solidFill>
              <a:latin typeface="Source Sans 3"/>
              <a:ea typeface="Source Sans 3"/>
              <a:cs typeface="Source Sans 3"/>
              <a:sym typeface="Source Sans 3"/>
            </a:endParaRPr>
          </a:p>
          <a:p>
            <a:pPr algn="ctr"/>
            <a:r>
              <a:rPr lang="en" sz="1222">
                <a:solidFill>
                  <a:schemeClr val="dk2"/>
                </a:solidFill>
                <a:latin typeface="Source Sans 3"/>
                <a:ea typeface="Source Sans 3"/>
                <a:cs typeface="Source Sans 3"/>
                <a:sym typeface="Source Sans 3"/>
              </a:rPr>
              <a:t>UTC timestamp</a:t>
            </a:r>
            <a:endParaRPr sz="1222">
              <a:solidFill>
                <a:schemeClr val="dk2"/>
              </a:solidFill>
              <a:latin typeface="Source Sans 3"/>
              <a:ea typeface="Source Sans 3"/>
              <a:cs typeface="Source Sans 3"/>
              <a:sym typeface="Source Sans 3"/>
            </a:endParaRPr>
          </a:p>
          <a:p>
            <a:pPr algn="ctr"/>
            <a:r>
              <a:rPr lang="en" sz="1222">
                <a:solidFill>
                  <a:schemeClr val="dk2"/>
                </a:solidFill>
                <a:latin typeface="Source Sans 3"/>
                <a:ea typeface="Source Sans 3"/>
                <a:cs typeface="Source Sans 3"/>
                <a:sym typeface="Source Sans 3"/>
              </a:rPr>
              <a:t>Author name and email </a:t>
            </a:r>
            <a:endParaRPr sz="1222">
              <a:solidFill>
                <a:schemeClr val="dk2"/>
              </a:solidFill>
              <a:latin typeface="Source Sans 3"/>
              <a:ea typeface="Source Sans 3"/>
              <a:cs typeface="Source Sans 3"/>
              <a:sym typeface="Source Sans 3"/>
            </a:endParaRPr>
          </a:p>
          <a:p>
            <a:pPr algn="ctr"/>
            <a:r>
              <a:rPr lang="en" sz="1222">
                <a:solidFill>
                  <a:schemeClr val="dk2"/>
                </a:solidFill>
                <a:latin typeface="Source Sans 3"/>
                <a:ea typeface="Source Sans 3"/>
                <a:cs typeface="Source Sans 3"/>
                <a:sym typeface="Source Sans 3"/>
              </a:rPr>
              <a:t>Message polarity</a:t>
            </a:r>
            <a:endParaRPr sz="1222">
              <a:solidFill>
                <a:srgbClr val="980000"/>
              </a:solidFill>
              <a:latin typeface="Source Sans 3"/>
              <a:ea typeface="Source Sans 3"/>
              <a:cs typeface="Source Sans 3"/>
              <a:sym typeface="Source Sans 3"/>
            </a:endParaRPr>
          </a:p>
        </p:txBody>
      </p:sp>
      <p:sp>
        <p:nvSpPr>
          <p:cNvPr id="113" name="Google Shape;113;p15"/>
          <p:cNvSpPr txBox="1"/>
          <p:nvPr/>
        </p:nvSpPr>
        <p:spPr>
          <a:xfrm>
            <a:off x="377476" y="3854999"/>
            <a:ext cx="3813792"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22" b="1">
              <a:solidFill>
                <a:schemeClr val="dk2"/>
              </a:solidFill>
              <a:latin typeface="Source Sans 3"/>
              <a:ea typeface="Source Sans 3"/>
              <a:cs typeface="Source Sans 3"/>
              <a:sym typeface="Source Sans 3"/>
            </a:endParaRPr>
          </a:p>
        </p:txBody>
      </p:sp>
      <p:sp>
        <p:nvSpPr>
          <p:cNvPr id="114" name="Google Shape;114;p15"/>
          <p:cNvSpPr txBox="1"/>
          <p:nvPr/>
        </p:nvSpPr>
        <p:spPr>
          <a:xfrm>
            <a:off x="4516188" y="2399503"/>
            <a:ext cx="4119500"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Comments</a:t>
            </a:r>
            <a:r>
              <a:rPr lang="en" sz="1222" baseline="30000">
                <a:solidFill>
                  <a:schemeClr val="dk2"/>
                </a:solidFill>
                <a:latin typeface="Source Sans 3"/>
                <a:ea typeface="Source Sans 3"/>
                <a:cs typeface="Source Sans 3"/>
                <a:sym typeface="Source Sans 3"/>
              </a:rPr>
              <a:t>1</a:t>
            </a:r>
            <a:r>
              <a:rPr lang="en" sz="1222">
                <a:solidFill>
                  <a:schemeClr val="dk2"/>
                </a:solidFill>
                <a:latin typeface="Source Sans 3"/>
                <a:ea typeface="Source Sans 3"/>
                <a:cs typeface="Source Sans 3"/>
                <a:sym typeface="Source Sans 3"/>
              </a:rPr>
              <a:t> are text written by developers from GitHub (commits, issues, or PR comments), Jira (issue comments), or mailing lists (emails). Kaiaulu downloads and parses this data from each source so it can be passed to the sentiment classifier.</a:t>
            </a:r>
            <a:endParaRPr sz="1222">
              <a:solidFill>
                <a:schemeClr val="dk2"/>
              </a:solidFill>
              <a:latin typeface="Source Sans 3"/>
              <a:ea typeface="Source Sans 3"/>
              <a:cs typeface="Source Sans 3"/>
              <a:sym typeface="Source Sans 3"/>
            </a:endParaRPr>
          </a:p>
        </p:txBody>
      </p:sp>
      <p:sp>
        <p:nvSpPr>
          <p:cNvPr id="115" name="Google Shape;115;p15"/>
          <p:cNvSpPr txBox="1"/>
          <p:nvPr/>
        </p:nvSpPr>
        <p:spPr>
          <a:xfrm>
            <a:off x="4432944" y="6900032"/>
            <a:ext cx="4777208" cy="1034339"/>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(R) passes the text comments to the sentiment classifier (Python) using the system2()</a:t>
            </a:r>
            <a:r>
              <a:rPr lang="en" sz="1222" baseline="30000">
                <a:solidFill>
                  <a:schemeClr val="dk2"/>
                </a:solidFill>
                <a:latin typeface="Source Sans 3"/>
                <a:ea typeface="Source Sans 3"/>
                <a:cs typeface="Source Sans 3"/>
                <a:sym typeface="Source Sans 3"/>
              </a:rPr>
              <a:t>2</a:t>
            </a:r>
            <a:r>
              <a:rPr lang="en" sz="1222">
                <a:solidFill>
                  <a:schemeClr val="dk2"/>
                </a:solidFill>
                <a:latin typeface="Source Sans 3"/>
                <a:ea typeface="Source Sans 3"/>
                <a:cs typeface="Source Sans 3"/>
                <a:sym typeface="Source Sans 3"/>
              </a:rPr>
              <a:t> call. The classifier predicts whether each comment is positive, negative, or neutral using machine learning models</a:t>
            </a:r>
            <a:r>
              <a:rPr lang="en" sz="1222" baseline="30000">
                <a:solidFill>
                  <a:schemeClr val="dk2"/>
                </a:solidFill>
                <a:latin typeface="Source Sans 3"/>
                <a:ea typeface="Source Sans 3"/>
                <a:cs typeface="Source Sans 3"/>
                <a:sym typeface="Source Sans 3"/>
              </a:rPr>
              <a:t>3</a:t>
            </a:r>
            <a:r>
              <a:rPr lang="en" sz="1222">
                <a:solidFill>
                  <a:schemeClr val="dk2"/>
                </a:solidFill>
                <a:latin typeface="Source Sans 3"/>
                <a:ea typeface="Source Sans 3"/>
                <a:cs typeface="Source Sans 3"/>
                <a:sym typeface="Source Sans 3"/>
              </a:rPr>
              <a:t> and returns</a:t>
            </a:r>
            <a:r>
              <a:rPr lang="en" sz="1222" baseline="30000">
                <a:solidFill>
                  <a:schemeClr val="dk2"/>
                </a:solidFill>
                <a:latin typeface="Source Sans 3"/>
                <a:ea typeface="Source Sans 3"/>
                <a:cs typeface="Source Sans 3"/>
                <a:sym typeface="Source Sans 3"/>
              </a:rPr>
              <a:t> </a:t>
            </a:r>
            <a:r>
              <a:rPr lang="en" sz="1222">
                <a:solidFill>
                  <a:schemeClr val="dk2"/>
                </a:solidFill>
                <a:latin typeface="Source Sans 3"/>
                <a:ea typeface="Source Sans 3"/>
                <a:cs typeface="Source Sans 3"/>
                <a:sym typeface="Source Sans 3"/>
              </a:rPr>
              <a:t>that label</a:t>
            </a:r>
            <a:r>
              <a:rPr lang="en" sz="1222" baseline="30000">
                <a:solidFill>
                  <a:schemeClr val="dk2"/>
                </a:solidFill>
                <a:latin typeface="Source Sans 3"/>
                <a:ea typeface="Source Sans 3"/>
                <a:cs typeface="Source Sans 3"/>
                <a:sym typeface="Source Sans 3"/>
              </a:rPr>
              <a:t>4</a:t>
            </a:r>
            <a:r>
              <a:rPr lang="en" sz="1222">
                <a:solidFill>
                  <a:schemeClr val="dk2"/>
                </a:solidFill>
                <a:latin typeface="Source Sans 3"/>
                <a:ea typeface="Source Sans 3"/>
                <a:cs typeface="Source Sans 3"/>
                <a:sym typeface="Source Sans 3"/>
              </a:rPr>
              <a:t>  to Kaiaulu.</a:t>
            </a:r>
            <a:endParaRPr sz="1222">
              <a:solidFill>
                <a:schemeClr val="dk2"/>
              </a:solidFill>
              <a:latin typeface="Source Sans 3"/>
              <a:ea typeface="Source Sans 3"/>
              <a:cs typeface="Source Sans 3"/>
              <a:sym typeface="Source Sans 3"/>
            </a:endParaRPr>
          </a:p>
        </p:txBody>
      </p:sp>
      <p:sp>
        <p:nvSpPr>
          <p:cNvPr id="116" name="Google Shape;116;p15"/>
          <p:cNvSpPr txBox="1"/>
          <p:nvPr/>
        </p:nvSpPr>
        <p:spPr>
          <a:xfrm>
            <a:off x="9308503" y="4266507"/>
            <a:ext cx="4467375"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After labeling, Kaiaulu aggregates the sentiment of each developer's comments across all sources over a rolling window to produce an engagement sentiment score.</a:t>
            </a:r>
            <a:endParaRPr sz="1222">
              <a:solidFill>
                <a:schemeClr val="dk2"/>
              </a:solidFill>
              <a:latin typeface="Source Sans 3"/>
              <a:ea typeface="Source Sans 3"/>
              <a:cs typeface="Source Sans 3"/>
              <a:sym typeface="Source Sans 3"/>
            </a:endParaRPr>
          </a:p>
        </p:txBody>
      </p:sp>
      <p:sp>
        <p:nvSpPr>
          <p:cNvPr id="117" name="Google Shape;117;p15"/>
          <p:cNvSpPr txBox="1"/>
          <p:nvPr/>
        </p:nvSpPr>
        <p:spPr>
          <a:xfrm>
            <a:off x="118365" y="202047"/>
            <a:ext cx="7809274" cy="738554"/>
          </a:xfrm>
          <a:prstGeom prst="rect">
            <a:avLst/>
          </a:prstGeom>
          <a:noFill/>
          <a:ln>
            <a:noFill/>
          </a:ln>
        </p:spPr>
        <p:txBody>
          <a:bodyPr spcFirstLastPara="1" wrap="square" lIns="139677" tIns="139677" rIns="139677" bIns="139677" anchor="t" anchorCtr="0">
            <a:spAutoFit/>
          </a:bodyPr>
          <a:lstStyle/>
          <a:p>
            <a:pPr>
              <a:lnSpc>
                <a:spcPct val="80000"/>
              </a:lnSpc>
            </a:pPr>
            <a:r>
              <a:rPr lang="en" sz="3514" dirty="0">
                <a:solidFill>
                  <a:srgbClr val="585858"/>
                </a:solidFill>
                <a:latin typeface="Source Sans 3"/>
                <a:ea typeface="Source Sans 3"/>
                <a:cs typeface="Source Sans 3"/>
                <a:sym typeface="Source Sans 3"/>
              </a:rPr>
              <a:t>Sentiment Classifier : : </a:t>
            </a:r>
            <a:r>
              <a:rPr lang="en" sz="3708" b="1" dirty="0">
                <a:solidFill>
                  <a:srgbClr val="585858"/>
                </a:solidFill>
                <a:latin typeface="Source Sans 3"/>
                <a:ea typeface="Source Sans 3"/>
                <a:cs typeface="Source Sans 3"/>
                <a:sym typeface="Source Sans 3"/>
              </a:rPr>
              <a:t>CHEAT SHEET</a:t>
            </a:r>
            <a:endParaRPr sz="3514" b="1" dirty="0">
              <a:solidFill>
                <a:srgbClr val="585858"/>
              </a:solidFill>
              <a:latin typeface="Source Sans 3"/>
              <a:ea typeface="Source Sans 3"/>
              <a:cs typeface="Source Sans 3"/>
              <a:sym typeface="Source Sans 3"/>
            </a:endParaRPr>
          </a:p>
        </p:txBody>
      </p:sp>
      <p:cxnSp>
        <p:nvCxnSpPr>
          <p:cNvPr id="118" name="Google Shape;118;p15"/>
          <p:cNvCxnSpPr/>
          <p:nvPr/>
        </p:nvCxnSpPr>
        <p:spPr>
          <a:xfrm>
            <a:off x="2225056" y="8988427"/>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119" name="Google Shape;119;p15"/>
          <p:cNvSpPr/>
          <p:nvPr/>
        </p:nvSpPr>
        <p:spPr>
          <a:xfrm>
            <a:off x="500997" y="4650627"/>
            <a:ext cx="3566750" cy="2529542"/>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0" name="Google Shape;120;p15"/>
          <p:cNvSpPr/>
          <p:nvPr/>
        </p:nvSpPr>
        <p:spPr>
          <a:xfrm>
            <a:off x="170342" y="8899050"/>
            <a:ext cx="2054713"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3708" b="1" dirty="0">
                <a:solidFill>
                  <a:srgbClr val="407AAA"/>
                </a:solidFill>
                <a:latin typeface="Helvetica Neue"/>
                <a:ea typeface="Helvetica Neue"/>
                <a:cs typeface="Helvetica Neue"/>
                <a:sym typeface="Helvetica Neue"/>
              </a:rPr>
              <a:t>Kaiāulu</a:t>
            </a:r>
            <a:endParaRPr sz="3708" b="1" dirty="0">
              <a:solidFill>
                <a:srgbClr val="4C4C4C"/>
              </a:solidFill>
            </a:endParaRPr>
          </a:p>
        </p:txBody>
      </p:sp>
      <p:sp>
        <p:nvSpPr>
          <p:cNvPr id="121" name="Google Shape;121;p15"/>
          <p:cNvSpPr txBox="1"/>
          <p:nvPr/>
        </p:nvSpPr>
        <p:spPr>
          <a:xfrm>
            <a:off x="4766972" y="8899055"/>
            <a:ext cx="8939333" cy="536832"/>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222" u="sng">
                <a:solidFill>
                  <a:schemeClr val="hlink"/>
                </a:solidFill>
                <a:latin typeface="Source Sans 3"/>
                <a:ea typeface="Source Sans 3"/>
                <a:cs typeface="Source Sans 3"/>
                <a:sym typeface="Source Sans 3"/>
                <a:hlinkClick r:id="rId6"/>
              </a:rPr>
              <a:t>CC BY SA</a:t>
            </a:r>
            <a:r>
              <a:rPr lang="en" sz="1222">
                <a:solidFill>
                  <a:schemeClr val="hlink"/>
                </a:solidFill>
                <a:uFill>
                  <a:noFill/>
                </a:uFill>
                <a:latin typeface="Source Sans 3"/>
                <a:ea typeface="Source Sans 3"/>
                <a:cs typeface="Source Sans 3"/>
                <a:sym typeface="Source Sans 3"/>
                <a:hlinkClick r:id="rId6"/>
              </a:rPr>
              <a:t> </a:t>
            </a:r>
            <a:r>
              <a:rPr lang="en" sz="1222">
                <a:solidFill>
                  <a:srgbClr val="4C4C4C"/>
                </a:solidFill>
                <a:latin typeface="Source Sans 3"/>
                <a:ea typeface="Source Sans 3"/>
                <a:cs typeface="Source Sans 3"/>
                <a:sym typeface="Source Sans 3"/>
              </a:rPr>
              <a:t>Samantha Limon, Adam Graham, Carlos Paradis • Kaiaulu package version 0.0.0.9700 (in development) •  Updated: 2025-12</a:t>
            </a:r>
            <a:endParaRPr sz="1222">
              <a:solidFill>
                <a:srgbClr val="4C4C4C"/>
              </a:solidFill>
              <a:latin typeface="Source Sans 3"/>
              <a:ea typeface="Source Sans 3"/>
              <a:cs typeface="Source Sans 3"/>
              <a:sym typeface="Source Sans 3"/>
            </a:endParaRPr>
          </a:p>
        </p:txBody>
      </p:sp>
      <p:sp>
        <p:nvSpPr>
          <p:cNvPr id="122" name="Google Shape;122;p15"/>
          <p:cNvSpPr txBox="1"/>
          <p:nvPr/>
        </p:nvSpPr>
        <p:spPr>
          <a:xfrm>
            <a:off x="552330" y="4951486"/>
            <a:ext cx="3373792" cy="2350790"/>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issue_tracker: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github: </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project_key_1:</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owner: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repo:</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issue_or_pr_comment: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issue_event: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commit_comments:</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pr_comments:</a:t>
            </a:r>
            <a:endParaRPr sz="1222" b="1">
              <a:solidFill>
                <a:schemeClr val="dk2"/>
              </a:solidFill>
              <a:latin typeface="Source Sans 3"/>
              <a:ea typeface="Source Sans 3"/>
              <a:cs typeface="Source Sans 3"/>
              <a:sym typeface="Source Sans 3"/>
            </a:endParaRPr>
          </a:p>
          <a:p>
            <a:pPr>
              <a:buClr>
                <a:schemeClr val="dk1"/>
              </a:buClr>
              <a:buSzPts val="1100"/>
            </a:pPr>
            <a:endParaRPr sz="1222" b="1">
              <a:solidFill>
                <a:schemeClr val="dk2"/>
              </a:solidFill>
              <a:latin typeface="Source Sans 3"/>
              <a:ea typeface="Source Sans 3"/>
              <a:cs typeface="Source Sans 3"/>
              <a:sym typeface="Source Sans 3"/>
            </a:endParaRPr>
          </a:p>
        </p:txBody>
      </p:sp>
      <p:sp>
        <p:nvSpPr>
          <p:cNvPr id="123" name="Google Shape;123;p15"/>
          <p:cNvSpPr txBox="1"/>
          <p:nvPr/>
        </p:nvSpPr>
        <p:spPr>
          <a:xfrm>
            <a:off x="1136705" y="4660825"/>
            <a:ext cx="2205042"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1222" b="1">
              <a:solidFill>
                <a:schemeClr val="dk2"/>
              </a:solidFill>
              <a:latin typeface="Source Sans 3"/>
              <a:ea typeface="Source Sans 3"/>
              <a:cs typeface="Source Sans 3"/>
              <a:sym typeface="Source Sans 3"/>
            </a:endParaRPr>
          </a:p>
        </p:txBody>
      </p:sp>
      <p:sp>
        <p:nvSpPr>
          <p:cNvPr id="124" name="Google Shape;124;p15"/>
          <p:cNvSpPr txBox="1"/>
          <p:nvPr/>
        </p:nvSpPr>
        <p:spPr>
          <a:xfrm>
            <a:off x="232872" y="7367857"/>
            <a:ext cx="4467375" cy="470147"/>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22">
                <a:solidFill>
                  <a:schemeClr val="dk2"/>
                </a:solidFill>
                <a:latin typeface="Source Sans 3"/>
                <a:ea typeface="Source Sans 3"/>
                <a:cs typeface="Source Sans 3"/>
                <a:sym typeface="Source Sans 3"/>
              </a:rPr>
              <a:t>You should also specify the required external tools in tools.yml:</a:t>
            </a:r>
            <a:endParaRPr sz="2750">
              <a:solidFill>
                <a:schemeClr val="dk2"/>
              </a:solidFill>
              <a:latin typeface="Source Sans 3"/>
              <a:ea typeface="Source Sans 3"/>
              <a:cs typeface="Source Sans 3"/>
              <a:sym typeface="Source Sans 3"/>
            </a:endParaRPr>
          </a:p>
        </p:txBody>
      </p:sp>
      <p:sp>
        <p:nvSpPr>
          <p:cNvPr id="125" name="Google Shape;125;p15"/>
          <p:cNvSpPr/>
          <p:nvPr/>
        </p:nvSpPr>
        <p:spPr>
          <a:xfrm>
            <a:off x="497044" y="8081729"/>
            <a:ext cx="3525958" cy="626083"/>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6" name="Google Shape;126;p15"/>
          <p:cNvSpPr txBox="1"/>
          <p:nvPr/>
        </p:nvSpPr>
        <p:spPr>
          <a:xfrm>
            <a:off x="232853" y="8155903"/>
            <a:ext cx="1673375" cy="658211"/>
          </a:xfrm>
          <a:prstGeom prst="rect">
            <a:avLst/>
          </a:prstGeom>
          <a:noFill/>
          <a:ln>
            <a:noFill/>
          </a:ln>
        </p:spPr>
        <p:txBody>
          <a:bodyPr spcFirstLastPara="1" wrap="square" lIns="139677" tIns="139677" rIns="139677" bIns="139677" anchor="t" anchorCtr="0">
            <a:spAutoFit/>
          </a:bodyPr>
          <a:lstStyle/>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pysenti:</a:t>
            </a:r>
            <a:endParaRPr sz="1222">
              <a:solidFill>
                <a:schemeClr val="dk2"/>
              </a:solidFill>
              <a:latin typeface="Source Sans 3"/>
              <a:ea typeface="Source Sans 3"/>
              <a:cs typeface="Source Sans 3"/>
              <a:sym typeface="Source Sans 3"/>
            </a:endParaRPr>
          </a:p>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perceval: </a:t>
            </a:r>
            <a:endParaRPr sz="1222">
              <a:solidFill>
                <a:schemeClr val="dk2"/>
              </a:solidFill>
              <a:latin typeface="Source Sans 3"/>
              <a:ea typeface="Source Sans 3"/>
              <a:cs typeface="Source Sans 3"/>
              <a:sym typeface="Source Sans 3"/>
            </a:endParaRPr>
          </a:p>
        </p:txBody>
      </p:sp>
      <p:sp>
        <p:nvSpPr>
          <p:cNvPr id="127" name="Google Shape;127;p15"/>
          <p:cNvSpPr txBox="1"/>
          <p:nvPr/>
        </p:nvSpPr>
        <p:spPr>
          <a:xfrm>
            <a:off x="361225" y="7748403"/>
            <a:ext cx="1810417" cy="470147"/>
          </a:xfrm>
          <a:prstGeom prst="rect">
            <a:avLst/>
          </a:prstGeom>
          <a:noFill/>
          <a:ln>
            <a:noFill/>
          </a:ln>
        </p:spPr>
        <p:txBody>
          <a:bodyPr spcFirstLastPara="1" wrap="square" lIns="139677" tIns="139677" rIns="139677" bIns="139677" anchor="t" anchorCtr="0">
            <a:spAutoFit/>
          </a:bodyPr>
          <a:lstStyle/>
          <a:p>
            <a:r>
              <a:rPr lang="en" sz="1222">
                <a:solidFill>
                  <a:srgbClr val="628DB5"/>
                </a:solidFill>
                <a:latin typeface="Source Sans 3"/>
                <a:ea typeface="Source Sans 3"/>
                <a:cs typeface="Source Sans 3"/>
                <a:sym typeface="Source Sans 3"/>
              </a:rPr>
              <a:t>Tools Config Setup</a:t>
            </a:r>
            <a:endParaRPr sz="1222">
              <a:solidFill>
                <a:srgbClr val="628DB5"/>
              </a:solidFill>
              <a:latin typeface="Source Sans 3"/>
              <a:ea typeface="Source Sans 3"/>
              <a:cs typeface="Source Sans 3"/>
              <a:sym typeface="Source Sans 3"/>
            </a:endParaRPr>
          </a:p>
        </p:txBody>
      </p:sp>
      <p:sp>
        <p:nvSpPr>
          <p:cNvPr id="128" name="Google Shape;128;p15"/>
          <p:cNvSpPr txBox="1"/>
          <p:nvPr/>
        </p:nvSpPr>
        <p:spPr>
          <a:xfrm>
            <a:off x="1536353" y="7974670"/>
            <a:ext cx="1485917"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2750">
              <a:solidFill>
                <a:schemeClr val="dk2"/>
              </a:solidFill>
              <a:latin typeface="Source Sans 3"/>
              <a:ea typeface="Source Sans 3"/>
              <a:cs typeface="Source Sans 3"/>
              <a:sym typeface="Source Sans 3"/>
            </a:endParaRPr>
          </a:p>
        </p:txBody>
      </p:sp>
      <p:cxnSp>
        <p:nvCxnSpPr>
          <p:cNvPr id="129" name="Google Shape;129;p15"/>
          <p:cNvCxnSpPr>
            <a:stCxn id="112" idx="2"/>
            <a:endCxn id="110" idx="0"/>
          </p:cNvCxnSpPr>
          <p:nvPr/>
        </p:nvCxnSpPr>
        <p:spPr>
          <a:xfrm>
            <a:off x="11349823" y="6448910"/>
            <a:ext cx="14820" cy="451065"/>
          </a:xfrm>
          <a:prstGeom prst="straightConnector1">
            <a:avLst/>
          </a:prstGeom>
          <a:noFill/>
          <a:ln w="9525" cap="flat" cmpd="sng">
            <a:solidFill>
              <a:schemeClr val="dk2"/>
            </a:solidFill>
            <a:prstDash val="solid"/>
            <a:round/>
            <a:headEnd type="none" w="med" len="med"/>
            <a:tailEnd type="triangle" w="med" len="med"/>
          </a:ln>
        </p:spPr>
      </p:cxnSp>
      <p:sp>
        <p:nvSpPr>
          <p:cNvPr id="130" name="Google Shape;130;p15"/>
          <p:cNvSpPr txBox="1"/>
          <p:nvPr/>
        </p:nvSpPr>
        <p:spPr>
          <a:xfrm>
            <a:off x="10362573" y="7197318"/>
            <a:ext cx="1989167" cy="345125"/>
          </a:xfrm>
          <a:prstGeom prst="rect">
            <a:avLst/>
          </a:prstGeom>
          <a:noFill/>
          <a:ln>
            <a:noFill/>
          </a:ln>
        </p:spPr>
        <p:txBody>
          <a:bodyPr spcFirstLastPara="1" wrap="square" lIns="139677" tIns="139677" rIns="139677" bIns="139677" anchor="t" anchorCtr="0">
            <a:noAutofit/>
          </a:bodyPr>
          <a:lstStyle/>
          <a:p>
            <a:pPr algn="ctr">
              <a:buClr>
                <a:schemeClr val="dk1"/>
              </a:buClr>
              <a:buSzPts val="1100"/>
            </a:pPr>
            <a:r>
              <a:rPr lang="en" sz="1222">
                <a:solidFill>
                  <a:srgbClr val="628DB5"/>
                </a:solidFill>
                <a:latin typeface="Source Sans 3"/>
                <a:ea typeface="Source Sans 3"/>
                <a:cs typeface="Source Sans 3"/>
                <a:sym typeface="Source Sans 3"/>
              </a:rPr>
              <a:t>engagement_sentiment()</a:t>
            </a:r>
            <a:endParaRPr sz="1222">
              <a:solidFill>
                <a:srgbClr val="628DB5"/>
              </a:solidFill>
              <a:latin typeface="Source Sans 3"/>
              <a:ea typeface="Source Sans 3"/>
              <a:cs typeface="Source Sans 3"/>
              <a:sym typeface="Source Sans 3"/>
            </a:endParaRPr>
          </a:p>
          <a:p>
            <a:endParaRPr sz="2750" dirty="0">
              <a:solidFill>
                <a:schemeClr val="dk2"/>
              </a:solidFill>
            </a:endParaRPr>
          </a:p>
        </p:txBody>
      </p:sp>
      <p:pic>
        <p:nvPicPr>
          <p:cNvPr id="131" name="Google Shape;131;p15"/>
          <p:cNvPicPr preferRelativeResize="0"/>
          <p:nvPr/>
        </p:nvPicPr>
        <p:blipFill>
          <a:blip r:embed="rId7">
            <a:alphaModFix/>
          </a:blip>
          <a:stretch>
            <a:fillRect/>
          </a:stretch>
        </p:blipFill>
        <p:spPr>
          <a:xfrm>
            <a:off x="10594055" y="7516744"/>
            <a:ext cx="1667073" cy="1552086"/>
          </a:xfrm>
          <a:prstGeom prst="rect">
            <a:avLst/>
          </a:prstGeom>
          <a:noFill/>
          <a:ln>
            <a:noFill/>
          </a:ln>
        </p:spPr>
      </p:pic>
      <p:pic>
        <p:nvPicPr>
          <p:cNvPr id="132" name="Google Shape;132;p15"/>
          <p:cNvPicPr preferRelativeResize="0"/>
          <p:nvPr/>
        </p:nvPicPr>
        <p:blipFill>
          <a:blip r:embed="rId8">
            <a:alphaModFix/>
          </a:blip>
          <a:stretch>
            <a:fillRect/>
          </a:stretch>
        </p:blipFill>
        <p:spPr>
          <a:xfrm>
            <a:off x="4349644" y="3687310"/>
            <a:ext cx="4943848" cy="2961968"/>
          </a:xfrm>
          <a:prstGeom prst="rect">
            <a:avLst/>
          </a:prstGeom>
          <a:noFill/>
          <a:ln>
            <a:noFill/>
          </a:ln>
        </p:spPr>
      </p:pic>
      <p:sp>
        <p:nvSpPr>
          <p:cNvPr id="133" name="Google Shape;133;p15"/>
          <p:cNvSpPr txBox="1"/>
          <p:nvPr/>
        </p:nvSpPr>
        <p:spPr>
          <a:xfrm>
            <a:off x="-2231780" y="2707791"/>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3</a:t>
            </a:r>
            <a:endParaRPr sz="2750"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16"/>
          <p:cNvPicPr preferRelativeResize="0"/>
          <p:nvPr/>
        </p:nvPicPr>
        <p:blipFill>
          <a:blip r:embed="rId3">
            <a:alphaModFix/>
          </a:blip>
          <a:stretch>
            <a:fillRect/>
          </a:stretch>
        </p:blipFill>
        <p:spPr>
          <a:xfrm>
            <a:off x="381358" y="7854014"/>
            <a:ext cx="3795917" cy="960514"/>
          </a:xfrm>
          <a:prstGeom prst="rect">
            <a:avLst/>
          </a:prstGeom>
          <a:noFill/>
          <a:ln>
            <a:noFill/>
          </a:ln>
        </p:spPr>
      </p:pic>
      <p:pic>
        <p:nvPicPr>
          <p:cNvPr id="139" name="Google Shape;139;p16"/>
          <p:cNvPicPr preferRelativeResize="0"/>
          <p:nvPr/>
        </p:nvPicPr>
        <p:blipFill>
          <a:blip r:embed="rId3">
            <a:alphaModFix/>
          </a:blip>
          <a:stretch>
            <a:fillRect/>
          </a:stretch>
        </p:blipFill>
        <p:spPr>
          <a:xfrm>
            <a:off x="361243" y="3542667"/>
            <a:ext cx="3830026" cy="3831476"/>
          </a:xfrm>
          <a:prstGeom prst="rect">
            <a:avLst/>
          </a:prstGeom>
          <a:noFill/>
          <a:ln>
            <a:noFill/>
          </a:ln>
        </p:spPr>
      </p:pic>
      <p:pic>
        <p:nvPicPr>
          <p:cNvPr id="140" name="Google Shape;140;p16" descr="Image"/>
          <p:cNvPicPr preferRelativeResize="0"/>
          <p:nvPr/>
        </p:nvPicPr>
        <p:blipFill rotWithShape="1">
          <a:blip r:embed="rId4">
            <a:alphaModFix/>
          </a:blip>
          <a:srcRect/>
          <a:stretch/>
        </p:blipFill>
        <p:spPr>
          <a:xfrm>
            <a:off x="8848773" y="-481782"/>
            <a:ext cx="5121227" cy="2176608"/>
          </a:xfrm>
          <a:prstGeom prst="rect">
            <a:avLst/>
          </a:prstGeom>
          <a:noFill/>
          <a:ln>
            <a:noFill/>
          </a:ln>
        </p:spPr>
      </p:pic>
      <p:pic>
        <p:nvPicPr>
          <p:cNvPr id="141" name="Google Shape;141;p16" descr="A picture containing text&#10;&#10;Description automatically generated"/>
          <p:cNvPicPr preferRelativeResize="0"/>
          <p:nvPr/>
        </p:nvPicPr>
        <p:blipFill rotWithShape="1">
          <a:blip r:embed="rId5">
            <a:alphaModFix/>
          </a:blip>
          <a:srcRect/>
          <a:stretch/>
        </p:blipFill>
        <p:spPr>
          <a:xfrm>
            <a:off x="12757005" y="62783"/>
            <a:ext cx="916514" cy="1064311"/>
          </a:xfrm>
          <a:prstGeom prst="rect">
            <a:avLst/>
          </a:prstGeom>
          <a:noFill/>
          <a:ln>
            <a:noFill/>
          </a:ln>
        </p:spPr>
      </p:pic>
      <p:sp>
        <p:nvSpPr>
          <p:cNvPr id="142" name="Google Shape;142;p16"/>
          <p:cNvSpPr txBox="1"/>
          <p:nvPr/>
        </p:nvSpPr>
        <p:spPr>
          <a:xfrm>
            <a:off x="9426962" y="3119259"/>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143" name="Google Shape;143;p16"/>
          <p:cNvSpPr txBox="1"/>
          <p:nvPr/>
        </p:nvSpPr>
        <p:spPr>
          <a:xfrm>
            <a:off x="232872" y="2077486"/>
            <a:ext cx="1050500" cy="517458"/>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About</a:t>
            </a:r>
            <a:endParaRPr sz="1833">
              <a:solidFill>
                <a:srgbClr val="628DB5"/>
              </a:solidFill>
              <a:latin typeface="Source Sans 3"/>
              <a:ea typeface="Source Sans 3"/>
              <a:cs typeface="Source Sans 3"/>
              <a:sym typeface="Source Sans 3"/>
            </a:endParaRPr>
          </a:p>
        </p:txBody>
      </p:sp>
      <p:sp>
        <p:nvSpPr>
          <p:cNvPr id="144" name="Google Shape;144;p16"/>
          <p:cNvSpPr txBox="1"/>
          <p:nvPr/>
        </p:nvSpPr>
        <p:spPr>
          <a:xfrm>
            <a:off x="4516188" y="2056174"/>
            <a:ext cx="3525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Comment Sentiment</a:t>
            </a:r>
            <a:endParaRPr sz="1833">
              <a:solidFill>
                <a:srgbClr val="628DB5"/>
              </a:solidFill>
              <a:latin typeface="Source Sans 3"/>
              <a:ea typeface="Source Sans 3"/>
              <a:cs typeface="Source Sans 3"/>
              <a:sym typeface="Source Sans 3"/>
            </a:endParaRPr>
          </a:p>
        </p:txBody>
      </p:sp>
      <p:sp>
        <p:nvSpPr>
          <p:cNvPr id="145" name="Google Shape;145;p16"/>
          <p:cNvSpPr txBox="1"/>
          <p:nvPr/>
        </p:nvSpPr>
        <p:spPr>
          <a:xfrm>
            <a:off x="9308139" y="3909083"/>
            <a:ext cx="2387000"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Engagement Metric</a:t>
            </a:r>
            <a:endParaRPr sz="1833">
              <a:solidFill>
                <a:srgbClr val="628DB5"/>
              </a:solidFill>
              <a:latin typeface="Source Sans 3"/>
              <a:ea typeface="Source Sans 3"/>
              <a:cs typeface="Source Sans 3"/>
              <a:sym typeface="Source Sans 3"/>
            </a:endParaRPr>
          </a:p>
        </p:txBody>
      </p:sp>
      <p:sp>
        <p:nvSpPr>
          <p:cNvPr id="146" name="Google Shape;146;p16"/>
          <p:cNvSpPr txBox="1"/>
          <p:nvPr/>
        </p:nvSpPr>
        <p:spPr>
          <a:xfrm>
            <a:off x="361243" y="3510236"/>
            <a:ext cx="2304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Project Config Setup</a:t>
            </a:r>
            <a:endParaRPr sz="1833">
              <a:solidFill>
                <a:srgbClr val="628DB5"/>
              </a:solidFill>
              <a:latin typeface="Source Sans 3"/>
              <a:ea typeface="Source Sans 3"/>
              <a:cs typeface="Source Sans 3"/>
              <a:sym typeface="Source Sans 3"/>
            </a:endParaRPr>
          </a:p>
        </p:txBody>
      </p:sp>
      <p:sp>
        <p:nvSpPr>
          <p:cNvPr id="147" name="Google Shape;147;p16"/>
          <p:cNvSpPr txBox="1"/>
          <p:nvPr/>
        </p:nvSpPr>
        <p:spPr>
          <a:xfrm>
            <a:off x="9308139" y="2056174"/>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1833">
                <a:solidFill>
                  <a:srgbClr val="628DB5"/>
                </a:solidFill>
                <a:latin typeface="Source Sans 3"/>
                <a:ea typeface="Source Sans 3"/>
                <a:cs typeface="Source Sans 3"/>
                <a:sym typeface="Source Sans 3"/>
              </a:rPr>
              <a:t>Related Vignettes</a:t>
            </a:r>
            <a:endParaRPr sz="1833">
              <a:solidFill>
                <a:srgbClr val="595959"/>
              </a:solidFill>
              <a:latin typeface="Source Sans 3"/>
              <a:ea typeface="Source Sans 3"/>
              <a:cs typeface="Source Sans 3"/>
              <a:sym typeface="Source Sans 3"/>
            </a:endParaRPr>
          </a:p>
        </p:txBody>
      </p:sp>
      <p:sp>
        <p:nvSpPr>
          <p:cNvPr id="148" name="Google Shape;148;p16"/>
          <p:cNvSpPr txBox="1"/>
          <p:nvPr/>
        </p:nvSpPr>
        <p:spPr>
          <a:xfrm>
            <a:off x="9451864" y="3109634"/>
            <a:ext cx="3795917"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1. download_github_events.Rmd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2. download_github_pull_requests.Rmd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3. sentiment_analysis.Rmd</a:t>
            </a:r>
            <a:endParaRPr sz="1222" b="1">
              <a:solidFill>
                <a:schemeClr val="dk2"/>
              </a:solidFill>
              <a:latin typeface="Source Sans 3"/>
              <a:ea typeface="Source Sans 3"/>
              <a:cs typeface="Source Sans 3"/>
              <a:sym typeface="Source Sans 3"/>
            </a:endParaRPr>
          </a:p>
        </p:txBody>
      </p:sp>
      <p:sp>
        <p:nvSpPr>
          <p:cNvPr id="149" name="Google Shape;149;p16"/>
          <p:cNvSpPr txBox="1"/>
          <p:nvPr/>
        </p:nvSpPr>
        <p:spPr>
          <a:xfrm>
            <a:off x="9308521" y="2340112"/>
            <a:ext cx="4398167"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22">
              <a:solidFill>
                <a:schemeClr val="dk2"/>
              </a:solidFill>
              <a:latin typeface="Source Sans 3"/>
              <a:ea typeface="Source Sans 3"/>
              <a:cs typeface="Source Sans 3"/>
              <a:sym typeface="Source Sans 3"/>
            </a:endParaRPr>
          </a:p>
        </p:txBody>
      </p:sp>
      <p:sp>
        <p:nvSpPr>
          <p:cNvPr id="150" name="Google Shape;150;p16"/>
          <p:cNvSpPr txBox="1"/>
          <p:nvPr/>
        </p:nvSpPr>
        <p:spPr>
          <a:xfrm>
            <a:off x="232872" y="2382241"/>
            <a:ext cx="4205208"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222">
              <a:solidFill>
                <a:schemeClr val="dk2"/>
              </a:solidFill>
              <a:latin typeface="Source Sans 3"/>
              <a:ea typeface="Source Sans 3"/>
              <a:cs typeface="Source Sans 3"/>
              <a:sym typeface="Source Sans 3"/>
            </a:endParaRPr>
          </a:p>
        </p:txBody>
      </p:sp>
      <p:sp>
        <p:nvSpPr>
          <p:cNvPr id="151" name="Google Shape;151;p16"/>
          <p:cNvSpPr txBox="1"/>
          <p:nvPr/>
        </p:nvSpPr>
        <p:spPr>
          <a:xfrm>
            <a:off x="377476" y="3854999"/>
            <a:ext cx="3813792"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22" b="1">
              <a:solidFill>
                <a:schemeClr val="dk2"/>
              </a:solidFill>
              <a:latin typeface="Source Sans 3"/>
              <a:ea typeface="Source Sans 3"/>
              <a:cs typeface="Source Sans 3"/>
              <a:sym typeface="Source Sans 3"/>
            </a:endParaRPr>
          </a:p>
        </p:txBody>
      </p:sp>
      <p:sp>
        <p:nvSpPr>
          <p:cNvPr id="152" name="Google Shape;152;p16"/>
          <p:cNvSpPr txBox="1"/>
          <p:nvPr/>
        </p:nvSpPr>
        <p:spPr>
          <a:xfrm>
            <a:off x="4533510" y="2489778"/>
            <a:ext cx="4679583" cy="1034339"/>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222">
              <a:solidFill>
                <a:schemeClr val="dk2"/>
              </a:solidFill>
              <a:latin typeface="Source Sans 3"/>
              <a:ea typeface="Source Sans 3"/>
              <a:cs typeface="Source Sans 3"/>
              <a:sym typeface="Source Sans 3"/>
            </a:endParaRPr>
          </a:p>
        </p:txBody>
      </p:sp>
      <p:sp>
        <p:nvSpPr>
          <p:cNvPr id="153" name="Google Shape;153;p16"/>
          <p:cNvSpPr txBox="1"/>
          <p:nvPr/>
        </p:nvSpPr>
        <p:spPr>
          <a:xfrm>
            <a:off x="4450569" y="6522063"/>
            <a:ext cx="4845500" cy="216272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(R) passes the text comments to the sentiment classifier (Python) using the pysenti_predict() (2) call. The tools.yml path for the sentiment classifier follows that of the other third-party tools. In the case of the sentiment classifier, the path would look like the following:</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pysenti: ..\..\sentiment_classifier\exec\train_or_predict.py </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The sentiment classifier predicts whether each comment is positive, negative, or neutral using machine learning models (3) and returns</a:t>
            </a:r>
            <a:r>
              <a:rPr lang="en" sz="1222" baseline="30000">
                <a:solidFill>
                  <a:schemeClr val="dk2"/>
                </a:solidFill>
                <a:latin typeface="Source Sans 3"/>
                <a:ea typeface="Source Sans 3"/>
                <a:cs typeface="Source Sans 3"/>
                <a:sym typeface="Source Sans 3"/>
              </a:rPr>
              <a:t> </a:t>
            </a:r>
            <a:r>
              <a:rPr lang="en" sz="1222">
                <a:solidFill>
                  <a:schemeClr val="dk2"/>
                </a:solidFill>
                <a:latin typeface="Source Sans 3"/>
                <a:ea typeface="Source Sans 3"/>
                <a:cs typeface="Source Sans 3"/>
                <a:sym typeface="Source Sans 3"/>
              </a:rPr>
              <a:t>that label (4) to Kaiaulu.</a:t>
            </a:r>
            <a:endParaRPr sz="1222">
              <a:solidFill>
                <a:schemeClr val="dk2"/>
              </a:solidFill>
              <a:latin typeface="Source Sans 3"/>
              <a:ea typeface="Source Sans 3"/>
              <a:cs typeface="Source Sans 3"/>
              <a:sym typeface="Source Sans 3"/>
            </a:endParaRPr>
          </a:p>
        </p:txBody>
      </p:sp>
      <p:sp>
        <p:nvSpPr>
          <p:cNvPr id="154" name="Google Shape;154;p16"/>
          <p:cNvSpPr txBox="1"/>
          <p:nvPr/>
        </p:nvSpPr>
        <p:spPr>
          <a:xfrm>
            <a:off x="9308503" y="4266506"/>
            <a:ext cx="4467375"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Once the comments are labeled, Kaiaulu supports the aggregation of developer sentiment. Kaiaulu has a function called </a:t>
            </a:r>
            <a:r>
              <a:rPr lang="en" sz="1222">
                <a:solidFill>
                  <a:srgbClr val="628DB5"/>
                </a:solidFill>
                <a:latin typeface="Source Sans 3"/>
                <a:ea typeface="Source Sans 3"/>
                <a:cs typeface="Source Sans 3"/>
                <a:sym typeface="Source Sans 3"/>
              </a:rPr>
              <a:t>engagement_sentiment()</a:t>
            </a:r>
            <a:r>
              <a:rPr lang="en" sz="1222">
                <a:solidFill>
                  <a:schemeClr val="dk2"/>
                </a:solidFill>
                <a:latin typeface="Source Sans 3"/>
                <a:ea typeface="Source Sans 3"/>
                <a:cs typeface="Source Sans 3"/>
                <a:sym typeface="Source Sans 3"/>
              </a:rPr>
              <a:t> (see metric.R) that takes into account a developer’s comments across all sources over a rolling window to produce an engagement sentiment score.</a:t>
            </a:r>
            <a:endParaRPr sz="1222">
              <a:solidFill>
                <a:schemeClr val="dk2"/>
              </a:solidFill>
              <a:latin typeface="Source Sans 3"/>
              <a:ea typeface="Source Sans 3"/>
              <a:cs typeface="Source Sans 3"/>
              <a:sym typeface="Source Sans 3"/>
            </a:endParaRPr>
          </a:p>
        </p:txBody>
      </p:sp>
      <p:sp>
        <p:nvSpPr>
          <p:cNvPr id="155" name="Google Shape;155;p16"/>
          <p:cNvSpPr txBox="1"/>
          <p:nvPr/>
        </p:nvSpPr>
        <p:spPr>
          <a:xfrm>
            <a:off x="0" y="131358"/>
            <a:ext cx="7273397" cy="738554"/>
          </a:xfrm>
          <a:prstGeom prst="rect">
            <a:avLst/>
          </a:prstGeom>
          <a:noFill/>
          <a:ln>
            <a:noFill/>
          </a:ln>
        </p:spPr>
        <p:txBody>
          <a:bodyPr spcFirstLastPara="1" wrap="square" lIns="139677" tIns="139677" rIns="139677" bIns="139677" anchor="t" anchorCtr="0">
            <a:spAutoFit/>
          </a:bodyPr>
          <a:lstStyle/>
          <a:p>
            <a:pPr>
              <a:lnSpc>
                <a:spcPct val="80000"/>
              </a:lnSpc>
            </a:pPr>
            <a:r>
              <a:rPr lang="en" sz="3514" dirty="0">
                <a:solidFill>
                  <a:srgbClr val="585858"/>
                </a:solidFill>
                <a:latin typeface="Source Sans 3"/>
                <a:ea typeface="Source Sans 3"/>
                <a:cs typeface="Source Sans 3"/>
                <a:sym typeface="Source Sans 3"/>
              </a:rPr>
              <a:t>Sentiment Classifier : : </a:t>
            </a:r>
            <a:r>
              <a:rPr lang="en" sz="3708" b="1" dirty="0">
                <a:solidFill>
                  <a:srgbClr val="585858"/>
                </a:solidFill>
                <a:latin typeface="Source Sans 3"/>
                <a:ea typeface="Source Sans 3"/>
                <a:cs typeface="Source Sans 3"/>
                <a:sym typeface="Source Sans 3"/>
              </a:rPr>
              <a:t>CHEAT SHEET</a:t>
            </a:r>
            <a:endParaRPr sz="3514" b="1" dirty="0">
              <a:solidFill>
                <a:srgbClr val="585858"/>
              </a:solidFill>
              <a:latin typeface="Source Sans 3"/>
              <a:ea typeface="Source Sans 3"/>
              <a:cs typeface="Source Sans 3"/>
              <a:sym typeface="Source Sans 3"/>
            </a:endParaRPr>
          </a:p>
        </p:txBody>
      </p:sp>
      <p:cxnSp>
        <p:nvCxnSpPr>
          <p:cNvPr id="156" name="Google Shape;156;p16"/>
          <p:cNvCxnSpPr/>
          <p:nvPr/>
        </p:nvCxnSpPr>
        <p:spPr>
          <a:xfrm>
            <a:off x="2171642" y="1022406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157" name="Google Shape;157;p16"/>
          <p:cNvSpPr/>
          <p:nvPr/>
        </p:nvSpPr>
        <p:spPr>
          <a:xfrm>
            <a:off x="500997" y="4650627"/>
            <a:ext cx="3566750" cy="2529542"/>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8" name="Google Shape;158;p16"/>
          <p:cNvSpPr/>
          <p:nvPr/>
        </p:nvSpPr>
        <p:spPr>
          <a:xfrm>
            <a:off x="116928" y="10134692"/>
            <a:ext cx="2238488"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3708" b="1" dirty="0">
                <a:solidFill>
                  <a:srgbClr val="407AAA"/>
                </a:solidFill>
                <a:latin typeface="Helvetica Neue"/>
                <a:ea typeface="Helvetica Neue"/>
                <a:cs typeface="Helvetica Neue"/>
                <a:sym typeface="Helvetica Neue"/>
              </a:rPr>
              <a:t>Kaiāulu</a:t>
            </a:r>
            <a:endParaRPr sz="3708" b="1" dirty="0">
              <a:solidFill>
                <a:srgbClr val="4C4C4C"/>
              </a:solidFill>
            </a:endParaRPr>
          </a:p>
        </p:txBody>
      </p:sp>
      <p:sp>
        <p:nvSpPr>
          <p:cNvPr id="159" name="Google Shape;159;p16"/>
          <p:cNvSpPr txBox="1"/>
          <p:nvPr/>
        </p:nvSpPr>
        <p:spPr>
          <a:xfrm>
            <a:off x="4713558" y="10134697"/>
            <a:ext cx="8939333" cy="536832"/>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222" u="sng">
                <a:solidFill>
                  <a:schemeClr val="hlink"/>
                </a:solidFill>
                <a:latin typeface="Source Sans 3"/>
                <a:ea typeface="Source Sans 3"/>
                <a:cs typeface="Source Sans 3"/>
                <a:sym typeface="Source Sans 3"/>
                <a:hlinkClick r:id="rId6"/>
              </a:rPr>
              <a:t>CC BY SA</a:t>
            </a:r>
            <a:r>
              <a:rPr lang="en" sz="1222">
                <a:solidFill>
                  <a:schemeClr val="hlink"/>
                </a:solidFill>
                <a:uFill>
                  <a:noFill/>
                </a:uFill>
                <a:latin typeface="Source Sans 3"/>
                <a:ea typeface="Source Sans 3"/>
                <a:cs typeface="Source Sans 3"/>
                <a:sym typeface="Source Sans 3"/>
                <a:hlinkClick r:id="rId6"/>
              </a:rPr>
              <a:t> </a:t>
            </a:r>
            <a:r>
              <a:rPr lang="en" sz="1222">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222">
              <a:solidFill>
                <a:srgbClr val="4C4C4C"/>
              </a:solidFill>
              <a:latin typeface="Source Sans 3"/>
              <a:ea typeface="Source Sans 3"/>
              <a:cs typeface="Source Sans 3"/>
              <a:sym typeface="Source Sans 3"/>
            </a:endParaRPr>
          </a:p>
        </p:txBody>
      </p:sp>
      <p:sp>
        <p:nvSpPr>
          <p:cNvPr id="160" name="Google Shape;160;p16"/>
          <p:cNvSpPr txBox="1"/>
          <p:nvPr/>
        </p:nvSpPr>
        <p:spPr>
          <a:xfrm>
            <a:off x="552330" y="4951486"/>
            <a:ext cx="3373792" cy="2350790"/>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issue_tracker: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github: </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project_key_1:</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owner: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repo:</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issue_or_pr_comment: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issue_event: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commit_comments:</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pr_comments:</a:t>
            </a:r>
            <a:endParaRPr sz="1222" b="1">
              <a:solidFill>
                <a:schemeClr val="dk2"/>
              </a:solidFill>
              <a:latin typeface="Source Sans 3"/>
              <a:ea typeface="Source Sans 3"/>
              <a:cs typeface="Source Sans 3"/>
              <a:sym typeface="Source Sans 3"/>
            </a:endParaRPr>
          </a:p>
          <a:p>
            <a:pPr>
              <a:buClr>
                <a:schemeClr val="dk1"/>
              </a:buClr>
              <a:buSzPts val="1100"/>
            </a:pPr>
            <a:endParaRPr sz="1222" b="1">
              <a:solidFill>
                <a:schemeClr val="dk2"/>
              </a:solidFill>
              <a:latin typeface="Source Sans 3"/>
              <a:ea typeface="Source Sans 3"/>
              <a:cs typeface="Source Sans 3"/>
              <a:sym typeface="Source Sans 3"/>
            </a:endParaRPr>
          </a:p>
        </p:txBody>
      </p:sp>
      <p:sp>
        <p:nvSpPr>
          <p:cNvPr id="161" name="Google Shape;161;p16"/>
          <p:cNvSpPr txBox="1"/>
          <p:nvPr/>
        </p:nvSpPr>
        <p:spPr>
          <a:xfrm>
            <a:off x="1136705" y="4660825"/>
            <a:ext cx="2205042"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1222" b="1">
              <a:solidFill>
                <a:schemeClr val="dk2"/>
              </a:solidFill>
              <a:latin typeface="Source Sans 3"/>
              <a:ea typeface="Source Sans 3"/>
              <a:cs typeface="Source Sans 3"/>
              <a:sym typeface="Source Sans 3"/>
            </a:endParaRPr>
          </a:p>
        </p:txBody>
      </p:sp>
      <p:sp>
        <p:nvSpPr>
          <p:cNvPr id="162" name="Google Shape;162;p16"/>
          <p:cNvSpPr txBox="1"/>
          <p:nvPr/>
        </p:nvSpPr>
        <p:spPr>
          <a:xfrm>
            <a:off x="232872" y="7367857"/>
            <a:ext cx="4467375" cy="470147"/>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22">
                <a:solidFill>
                  <a:schemeClr val="dk2"/>
                </a:solidFill>
                <a:latin typeface="Source Sans 3"/>
                <a:ea typeface="Source Sans 3"/>
                <a:cs typeface="Source Sans 3"/>
                <a:sym typeface="Source Sans 3"/>
              </a:rPr>
              <a:t>You should also specify the required external tools in tools.yml:</a:t>
            </a:r>
            <a:endParaRPr sz="2750">
              <a:solidFill>
                <a:schemeClr val="dk2"/>
              </a:solidFill>
              <a:latin typeface="Source Sans 3"/>
              <a:ea typeface="Source Sans 3"/>
              <a:cs typeface="Source Sans 3"/>
              <a:sym typeface="Source Sans 3"/>
            </a:endParaRPr>
          </a:p>
        </p:txBody>
      </p:sp>
      <p:sp>
        <p:nvSpPr>
          <p:cNvPr id="163" name="Google Shape;163;p16"/>
          <p:cNvSpPr/>
          <p:nvPr/>
        </p:nvSpPr>
        <p:spPr>
          <a:xfrm>
            <a:off x="497044" y="8081729"/>
            <a:ext cx="3525958" cy="626083"/>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4" name="Google Shape;164;p16"/>
          <p:cNvSpPr txBox="1"/>
          <p:nvPr/>
        </p:nvSpPr>
        <p:spPr>
          <a:xfrm>
            <a:off x="232853" y="8155903"/>
            <a:ext cx="1673375" cy="658211"/>
          </a:xfrm>
          <a:prstGeom prst="rect">
            <a:avLst/>
          </a:prstGeom>
          <a:noFill/>
          <a:ln>
            <a:noFill/>
          </a:ln>
        </p:spPr>
        <p:txBody>
          <a:bodyPr spcFirstLastPara="1" wrap="square" lIns="139677" tIns="139677" rIns="139677" bIns="139677" anchor="t" anchorCtr="0">
            <a:spAutoFit/>
          </a:bodyPr>
          <a:lstStyle/>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pysenti:</a:t>
            </a:r>
            <a:endParaRPr sz="1222">
              <a:solidFill>
                <a:schemeClr val="dk2"/>
              </a:solidFill>
              <a:latin typeface="Source Sans 3"/>
              <a:ea typeface="Source Sans 3"/>
              <a:cs typeface="Source Sans 3"/>
              <a:sym typeface="Source Sans 3"/>
            </a:endParaRPr>
          </a:p>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perceval: </a:t>
            </a:r>
            <a:endParaRPr sz="1222">
              <a:solidFill>
                <a:schemeClr val="dk2"/>
              </a:solidFill>
              <a:latin typeface="Source Sans 3"/>
              <a:ea typeface="Source Sans 3"/>
              <a:cs typeface="Source Sans 3"/>
              <a:sym typeface="Source Sans 3"/>
            </a:endParaRPr>
          </a:p>
        </p:txBody>
      </p:sp>
      <p:sp>
        <p:nvSpPr>
          <p:cNvPr id="165" name="Google Shape;165;p16"/>
          <p:cNvSpPr txBox="1"/>
          <p:nvPr/>
        </p:nvSpPr>
        <p:spPr>
          <a:xfrm>
            <a:off x="361225" y="7748403"/>
            <a:ext cx="1810417" cy="470147"/>
          </a:xfrm>
          <a:prstGeom prst="rect">
            <a:avLst/>
          </a:prstGeom>
          <a:noFill/>
          <a:ln>
            <a:noFill/>
          </a:ln>
        </p:spPr>
        <p:txBody>
          <a:bodyPr spcFirstLastPara="1" wrap="square" lIns="139677" tIns="139677" rIns="139677" bIns="139677" anchor="t" anchorCtr="0">
            <a:spAutoFit/>
          </a:bodyPr>
          <a:lstStyle/>
          <a:p>
            <a:r>
              <a:rPr lang="en" sz="1222">
                <a:solidFill>
                  <a:srgbClr val="628DB5"/>
                </a:solidFill>
                <a:latin typeface="Source Sans 3"/>
                <a:ea typeface="Source Sans 3"/>
                <a:cs typeface="Source Sans 3"/>
                <a:sym typeface="Source Sans 3"/>
              </a:rPr>
              <a:t>Tools Config Setup</a:t>
            </a:r>
            <a:endParaRPr sz="1222">
              <a:solidFill>
                <a:srgbClr val="628DB5"/>
              </a:solidFill>
              <a:latin typeface="Source Sans 3"/>
              <a:ea typeface="Source Sans 3"/>
              <a:cs typeface="Source Sans 3"/>
              <a:sym typeface="Source Sans 3"/>
            </a:endParaRPr>
          </a:p>
        </p:txBody>
      </p:sp>
      <p:sp>
        <p:nvSpPr>
          <p:cNvPr id="166" name="Google Shape;166;p16"/>
          <p:cNvSpPr txBox="1"/>
          <p:nvPr/>
        </p:nvSpPr>
        <p:spPr>
          <a:xfrm>
            <a:off x="1536353" y="7974670"/>
            <a:ext cx="1485917"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2750">
              <a:solidFill>
                <a:schemeClr val="dk2"/>
              </a:solidFill>
              <a:latin typeface="Source Sans 3"/>
              <a:ea typeface="Source Sans 3"/>
              <a:cs typeface="Source Sans 3"/>
              <a:sym typeface="Source Sans 3"/>
            </a:endParaRPr>
          </a:p>
        </p:txBody>
      </p:sp>
      <p:sp>
        <p:nvSpPr>
          <p:cNvPr id="167" name="Google Shape;167;p16"/>
          <p:cNvSpPr txBox="1"/>
          <p:nvPr/>
        </p:nvSpPr>
        <p:spPr>
          <a:xfrm>
            <a:off x="-1992223" y="2433420"/>
            <a:ext cx="1879167" cy="1147208"/>
          </a:xfrm>
          <a:prstGeom prst="rect">
            <a:avLst/>
          </a:prstGeom>
          <a:noFill/>
          <a:ln>
            <a:noFill/>
          </a:ln>
        </p:spPr>
        <p:txBody>
          <a:bodyPr spcFirstLastPara="1" wrap="square" lIns="139677" tIns="139677" rIns="139677" bIns="139677" anchor="t" anchorCtr="0">
            <a:noAutofit/>
          </a:bodyPr>
          <a:lstStyle/>
          <a:p>
            <a:r>
              <a:rPr lang="en" sz="2750">
                <a:solidFill>
                  <a:schemeClr val="dk2"/>
                </a:solidFill>
              </a:rPr>
              <a:t>Iteration 4</a:t>
            </a:r>
            <a:endParaRPr sz="2750">
              <a:solidFill>
                <a:schemeClr val="dk2"/>
              </a:solidFill>
            </a:endParaRPr>
          </a:p>
        </p:txBody>
      </p:sp>
      <p:pic>
        <p:nvPicPr>
          <p:cNvPr id="168" name="Google Shape;168;p16"/>
          <p:cNvPicPr preferRelativeResize="0"/>
          <p:nvPr/>
        </p:nvPicPr>
        <p:blipFill>
          <a:blip r:embed="rId7">
            <a:alphaModFix/>
          </a:blip>
          <a:stretch>
            <a:fillRect/>
          </a:stretch>
        </p:blipFill>
        <p:spPr>
          <a:xfrm>
            <a:off x="4398896" y="3530860"/>
            <a:ext cx="4909625" cy="2984592"/>
          </a:xfrm>
          <a:prstGeom prst="rect">
            <a:avLst/>
          </a:prstGeom>
          <a:noFill/>
          <a:ln>
            <a:noFill/>
          </a:ln>
        </p:spPr>
      </p:pic>
      <p:pic>
        <p:nvPicPr>
          <p:cNvPr id="169" name="Google Shape;169;p16"/>
          <p:cNvPicPr preferRelativeResize="0"/>
          <p:nvPr/>
        </p:nvPicPr>
        <p:blipFill>
          <a:blip r:embed="rId8">
            <a:alphaModFix/>
          </a:blip>
          <a:stretch>
            <a:fillRect/>
          </a:stretch>
        </p:blipFill>
        <p:spPr>
          <a:xfrm>
            <a:off x="9622175" y="7285513"/>
            <a:ext cx="3455299" cy="1848573"/>
          </a:xfrm>
          <a:prstGeom prst="rect">
            <a:avLst/>
          </a:prstGeom>
          <a:noFill/>
          <a:ln>
            <a:noFill/>
          </a:ln>
        </p:spPr>
      </p:pic>
      <p:pic>
        <p:nvPicPr>
          <p:cNvPr id="170" name="Google Shape;170;p16"/>
          <p:cNvPicPr preferRelativeResize="0"/>
          <p:nvPr/>
        </p:nvPicPr>
        <p:blipFill>
          <a:blip r:embed="rId9">
            <a:alphaModFix/>
          </a:blip>
          <a:stretch>
            <a:fillRect/>
          </a:stretch>
        </p:blipFill>
        <p:spPr>
          <a:xfrm>
            <a:off x="9119458" y="5307399"/>
            <a:ext cx="4845497" cy="22500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17"/>
          <p:cNvPicPr preferRelativeResize="0"/>
          <p:nvPr/>
        </p:nvPicPr>
        <p:blipFill>
          <a:blip r:embed="rId3">
            <a:alphaModFix/>
          </a:blip>
          <a:stretch>
            <a:fillRect/>
          </a:stretch>
        </p:blipFill>
        <p:spPr>
          <a:xfrm>
            <a:off x="381358" y="7854014"/>
            <a:ext cx="3795917" cy="960514"/>
          </a:xfrm>
          <a:prstGeom prst="rect">
            <a:avLst/>
          </a:prstGeom>
          <a:noFill/>
          <a:ln>
            <a:noFill/>
          </a:ln>
        </p:spPr>
      </p:pic>
      <p:pic>
        <p:nvPicPr>
          <p:cNvPr id="176" name="Google Shape;176;p17"/>
          <p:cNvPicPr preferRelativeResize="0"/>
          <p:nvPr/>
        </p:nvPicPr>
        <p:blipFill>
          <a:blip r:embed="rId3">
            <a:alphaModFix/>
          </a:blip>
          <a:stretch>
            <a:fillRect/>
          </a:stretch>
        </p:blipFill>
        <p:spPr>
          <a:xfrm>
            <a:off x="361243" y="3542667"/>
            <a:ext cx="3830026" cy="3831476"/>
          </a:xfrm>
          <a:prstGeom prst="rect">
            <a:avLst/>
          </a:prstGeom>
          <a:noFill/>
          <a:ln>
            <a:noFill/>
          </a:ln>
        </p:spPr>
      </p:pic>
      <p:pic>
        <p:nvPicPr>
          <p:cNvPr id="177" name="Google Shape;177;p17" descr="Image"/>
          <p:cNvPicPr preferRelativeResize="0"/>
          <p:nvPr/>
        </p:nvPicPr>
        <p:blipFill rotWithShape="1">
          <a:blip r:embed="rId4">
            <a:alphaModFix/>
          </a:blip>
          <a:srcRect/>
          <a:stretch/>
        </p:blipFill>
        <p:spPr>
          <a:xfrm>
            <a:off x="8848773" y="-477389"/>
            <a:ext cx="5121227" cy="2176608"/>
          </a:xfrm>
          <a:prstGeom prst="rect">
            <a:avLst/>
          </a:prstGeom>
          <a:noFill/>
          <a:ln>
            <a:noFill/>
          </a:ln>
        </p:spPr>
      </p:pic>
      <p:pic>
        <p:nvPicPr>
          <p:cNvPr id="178" name="Google Shape;178;p17" descr="A picture containing text&#10;&#10;Description automatically generated"/>
          <p:cNvPicPr preferRelativeResize="0"/>
          <p:nvPr/>
        </p:nvPicPr>
        <p:blipFill rotWithShape="1">
          <a:blip r:embed="rId5">
            <a:alphaModFix/>
          </a:blip>
          <a:srcRect/>
          <a:stretch/>
        </p:blipFill>
        <p:spPr>
          <a:xfrm>
            <a:off x="12757005" y="67176"/>
            <a:ext cx="916514" cy="1064311"/>
          </a:xfrm>
          <a:prstGeom prst="rect">
            <a:avLst/>
          </a:prstGeom>
          <a:noFill/>
          <a:ln>
            <a:noFill/>
          </a:ln>
        </p:spPr>
      </p:pic>
      <p:sp>
        <p:nvSpPr>
          <p:cNvPr id="179" name="Google Shape;179;p17"/>
          <p:cNvSpPr txBox="1"/>
          <p:nvPr/>
        </p:nvSpPr>
        <p:spPr>
          <a:xfrm>
            <a:off x="9426962" y="3119259"/>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180" name="Google Shape;180;p17"/>
          <p:cNvSpPr txBox="1"/>
          <p:nvPr/>
        </p:nvSpPr>
        <p:spPr>
          <a:xfrm>
            <a:off x="232872" y="2077486"/>
            <a:ext cx="1050500" cy="517458"/>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About</a:t>
            </a:r>
            <a:endParaRPr sz="1833">
              <a:solidFill>
                <a:srgbClr val="628DB5"/>
              </a:solidFill>
              <a:latin typeface="Source Sans 3"/>
              <a:ea typeface="Source Sans 3"/>
              <a:cs typeface="Source Sans 3"/>
              <a:sym typeface="Source Sans 3"/>
            </a:endParaRPr>
          </a:p>
        </p:txBody>
      </p:sp>
      <p:sp>
        <p:nvSpPr>
          <p:cNvPr id="181" name="Google Shape;181;p17"/>
          <p:cNvSpPr txBox="1"/>
          <p:nvPr/>
        </p:nvSpPr>
        <p:spPr>
          <a:xfrm>
            <a:off x="4516188" y="2056174"/>
            <a:ext cx="3525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Comment Sentiment</a:t>
            </a:r>
            <a:endParaRPr sz="1833">
              <a:solidFill>
                <a:srgbClr val="628DB5"/>
              </a:solidFill>
              <a:latin typeface="Source Sans 3"/>
              <a:ea typeface="Source Sans 3"/>
              <a:cs typeface="Source Sans 3"/>
              <a:sym typeface="Source Sans 3"/>
            </a:endParaRPr>
          </a:p>
        </p:txBody>
      </p:sp>
      <p:sp>
        <p:nvSpPr>
          <p:cNvPr id="182" name="Google Shape;182;p17"/>
          <p:cNvSpPr txBox="1"/>
          <p:nvPr/>
        </p:nvSpPr>
        <p:spPr>
          <a:xfrm>
            <a:off x="9308503" y="3900298"/>
            <a:ext cx="2387000"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Engagement Metric</a:t>
            </a:r>
            <a:endParaRPr sz="1833">
              <a:solidFill>
                <a:srgbClr val="628DB5"/>
              </a:solidFill>
              <a:latin typeface="Source Sans 3"/>
              <a:ea typeface="Source Sans 3"/>
              <a:cs typeface="Source Sans 3"/>
              <a:sym typeface="Source Sans 3"/>
            </a:endParaRPr>
          </a:p>
        </p:txBody>
      </p:sp>
      <p:sp>
        <p:nvSpPr>
          <p:cNvPr id="183" name="Google Shape;183;p17"/>
          <p:cNvSpPr txBox="1"/>
          <p:nvPr/>
        </p:nvSpPr>
        <p:spPr>
          <a:xfrm>
            <a:off x="361243" y="3510236"/>
            <a:ext cx="2304958" cy="540833"/>
          </a:xfrm>
          <a:prstGeom prst="rect">
            <a:avLst/>
          </a:prstGeom>
          <a:noFill/>
          <a:ln>
            <a:noFill/>
          </a:ln>
        </p:spPr>
        <p:txBody>
          <a:bodyPr spcFirstLastPara="1" wrap="square" lIns="139677" tIns="139677" rIns="139677" bIns="139677" anchor="t" anchorCtr="0">
            <a:noAutofit/>
          </a:bodyPr>
          <a:lstStyle/>
          <a:p>
            <a:r>
              <a:rPr lang="en" sz="1833">
                <a:solidFill>
                  <a:srgbClr val="628DB5"/>
                </a:solidFill>
                <a:latin typeface="Source Sans 3"/>
                <a:ea typeface="Source Sans 3"/>
                <a:cs typeface="Source Sans 3"/>
                <a:sym typeface="Source Sans 3"/>
              </a:rPr>
              <a:t>Project Config Setup</a:t>
            </a:r>
            <a:endParaRPr sz="1833">
              <a:solidFill>
                <a:srgbClr val="628DB5"/>
              </a:solidFill>
              <a:latin typeface="Source Sans 3"/>
              <a:ea typeface="Source Sans 3"/>
              <a:cs typeface="Source Sans 3"/>
              <a:sym typeface="Source Sans 3"/>
            </a:endParaRPr>
          </a:p>
        </p:txBody>
      </p:sp>
      <p:sp>
        <p:nvSpPr>
          <p:cNvPr id="184" name="Google Shape;184;p17"/>
          <p:cNvSpPr txBox="1"/>
          <p:nvPr/>
        </p:nvSpPr>
        <p:spPr>
          <a:xfrm>
            <a:off x="9308139" y="2056174"/>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1833">
                <a:solidFill>
                  <a:srgbClr val="628DB5"/>
                </a:solidFill>
                <a:latin typeface="Source Sans 3"/>
                <a:ea typeface="Source Sans 3"/>
                <a:cs typeface="Source Sans 3"/>
                <a:sym typeface="Source Sans 3"/>
              </a:rPr>
              <a:t>Related Vignettes</a:t>
            </a:r>
            <a:endParaRPr sz="1833">
              <a:solidFill>
                <a:srgbClr val="595959"/>
              </a:solidFill>
              <a:latin typeface="Source Sans 3"/>
              <a:ea typeface="Source Sans 3"/>
              <a:cs typeface="Source Sans 3"/>
              <a:sym typeface="Source Sans 3"/>
            </a:endParaRPr>
          </a:p>
        </p:txBody>
      </p:sp>
      <p:sp>
        <p:nvSpPr>
          <p:cNvPr id="185" name="Google Shape;185;p17"/>
          <p:cNvSpPr txBox="1"/>
          <p:nvPr/>
        </p:nvSpPr>
        <p:spPr>
          <a:xfrm>
            <a:off x="9451864" y="3109634"/>
            <a:ext cx="3795917"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1. download_github_events.Rmd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2. download_github_pull_requests.Rmd</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3. sentiment_analysis.Rmd</a:t>
            </a:r>
            <a:endParaRPr sz="1222" b="1">
              <a:solidFill>
                <a:schemeClr val="dk2"/>
              </a:solidFill>
              <a:latin typeface="Source Sans 3"/>
              <a:ea typeface="Source Sans 3"/>
              <a:cs typeface="Source Sans 3"/>
              <a:sym typeface="Source Sans 3"/>
            </a:endParaRPr>
          </a:p>
        </p:txBody>
      </p:sp>
      <p:sp>
        <p:nvSpPr>
          <p:cNvPr id="186" name="Google Shape;186;p17"/>
          <p:cNvSpPr txBox="1"/>
          <p:nvPr/>
        </p:nvSpPr>
        <p:spPr>
          <a:xfrm>
            <a:off x="9308521" y="2340112"/>
            <a:ext cx="4398167" cy="84627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22">
              <a:solidFill>
                <a:schemeClr val="dk2"/>
              </a:solidFill>
              <a:latin typeface="Source Sans 3"/>
              <a:ea typeface="Source Sans 3"/>
              <a:cs typeface="Source Sans 3"/>
              <a:sym typeface="Source Sans 3"/>
            </a:endParaRPr>
          </a:p>
        </p:txBody>
      </p:sp>
      <p:sp>
        <p:nvSpPr>
          <p:cNvPr id="187" name="Google Shape;187;p17"/>
          <p:cNvSpPr txBox="1"/>
          <p:nvPr/>
        </p:nvSpPr>
        <p:spPr>
          <a:xfrm>
            <a:off x="232872" y="2382241"/>
            <a:ext cx="4205208"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222">
              <a:solidFill>
                <a:schemeClr val="dk2"/>
              </a:solidFill>
              <a:latin typeface="Source Sans 3"/>
              <a:ea typeface="Source Sans 3"/>
              <a:cs typeface="Source Sans 3"/>
              <a:sym typeface="Source Sans 3"/>
            </a:endParaRPr>
          </a:p>
        </p:txBody>
      </p:sp>
      <p:sp>
        <p:nvSpPr>
          <p:cNvPr id="188" name="Google Shape;188;p17"/>
          <p:cNvSpPr txBox="1"/>
          <p:nvPr/>
        </p:nvSpPr>
        <p:spPr>
          <a:xfrm>
            <a:off x="377476" y="3854999"/>
            <a:ext cx="3813792" cy="846275"/>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22" b="1">
              <a:solidFill>
                <a:schemeClr val="dk2"/>
              </a:solidFill>
              <a:latin typeface="Source Sans 3"/>
              <a:ea typeface="Source Sans 3"/>
              <a:cs typeface="Source Sans 3"/>
              <a:sym typeface="Source Sans 3"/>
            </a:endParaRPr>
          </a:p>
        </p:txBody>
      </p:sp>
      <p:sp>
        <p:nvSpPr>
          <p:cNvPr id="189" name="Google Shape;189;p17"/>
          <p:cNvSpPr txBox="1"/>
          <p:nvPr/>
        </p:nvSpPr>
        <p:spPr>
          <a:xfrm>
            <a:off x="4533510" y="2489778"/>
            <a:ext cx="4679583" cy="1034339"/>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222">
              <a:solidFill>
                <a:schemeClr val="dk2"/>
              </a:solidFill>
              <a:latin typeface="Source Sans 3"/>
              <a:ea typeface="Source Sans 3"/>
              <a:cs typeface="Source Sans 3"/>
              <a:sym typeface="Source Sans 3"/>
            </a:endParaRPr>
          </a:p>
        </p:txBody>
      </p:sp>
      <p:sp>
        <p:nvSpPr>
          <p:cNvPr id="190" name="Google Shape;190;p17"/>
          <p:cNvSpPr txBox="1"/>
          <p:nvPr/>
        </p:nvSpPr>
        <p:spPr>
          <a:xfrm>
            <a:off x="4450569" y="6522063"/>
            <a:ext cx="4845500" cy="2162725"/>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Kaiaulu (R) passes the text comments to the sentiment classifier (Python) using the pysenti_predict() call (2). The tools.yml path for the sentiment classifier follows that of the other third-party tools. In the case of the sentiment classifier, the path would look like the following:</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pysenti: ..\..\sentiment_classifier\exec\train_or_predict.py </a:t>
            </a:r>
            <a:endParaRPr sz="1222">
              <a:solidFill>
                <a:schemeClr val="dk2"/>
              </a:solidFill>
              <a:latin typeface="Source Sans 3"/>
              <a:ea typeface="Source Sans 3"/>
              <a:cs typeface="Source Sans 3"/>
              <a:sym typeface="Source Sans 3"/>
            </a:endParaRPr>
          </a:p>
          <a:p>
            <a:endParaRPr sz="1222">
              <a:solidFill>
                <a:schemeClr val="dk2"/>
              </a:solidFill>
              <a:latin typeface="Source Sans 3"/>
              <a:ea typeface="Source Sans 3"/>
              <a:cs typeface="Source Sans 3"/>
              <a:sym typeface="Source Sans 3"/>
            </a:endParaRPr>
          </a:p>
          <a:p>
            <a:r>
              <a:rPr lang="en" sz="1222">
                <a:solidFill>
                  <a:schemeClr val="dk2"/>
                </a:solidFill>
                <a:latin typeface="Source Sans 3"/>
                <a:ea typeface="Source Sans 3"/>
                <a:cs typeface="Source Sans 3"/>
                <a:sym typeface="Source Sans 3"/>
              </a:rPr>
              <a:t>The sentiment classifier predicts whether each comment is positive, negative, or neutral using machine learning models (3) and returns</a:t>
            </a:r>
            <a:r>
              <a:rPr lang="en" sz="1222" baseline="30000">
                <a:solidFill>
                  <a:schemeClr val="dk2"/>
                </a:solidFill>
                <a:latin typeface="Source Sans 3"/>
                <a:ea typeface="Source Sans 3"/>
                <a:cs typeface="Source Sans 3"/>
                <a:sym typeface="Source Sans 3"/>
              </a:rPr>
              <a:t> </a:t>
            </a:r>
            <a:r>
              <a:rPr lang="en" sz="1222">
                <a:solidFill>
                  <a:schemeClr val="dk2"/>
                </a:solidFill>
                <a:latin typeface="Source Sans 3"/>
                <a:ea typeface="Source Sans 3"/>
                <a:cs typeface="Source Sans 3"/>
                <a:sym typeface="Source Sans 3"/>
              </a:rPr>
              <a:t>that label (4) to Kaiaulu.</a:t>
            </a:r>
            <a:endParaRPr sz="1222">
              <a:solidFill>
                <a:schemeClr val="dk2"/>
              </a:solidFill>
              <a:latin typeface="Source Sans 3"/>
              <a:ea typeface="Source Sans 3"/>
              <a:cs typeface="Source Sans 3"/>
              <a:sym typeface="Source Sans 3"/>
            </a:endParaRPr>
          </a:p>
        </p:txBody>
      </p:sp>
      <p:sp>
        <p:nvSpPr>
          <p:cNvPr id="191" name="Google Shape;191;p17"/>
          <p:cNvSpPr txBox="1"/>
          <p:nvPr/>
        </p:nvSpPr>
        <p:spPr>
          <a:xfrm>
            <a:off x="9308521" y="4174648"/>
            <a:ext cx="4467375" cy="1222404"/>
          </a:xfrm>
          <a:prstGeom prst="rect">
            <a:avLst/>
          </a:prstGeom>
          <a:noFill/>
          <a:ln>
            <a:noFill/>
          </a:ln>
        </p:spPr>
        <p:txBody>
          <a:bodyPr spcFirstLastPara="1" wrap="square" lIns="139677" tIns="139677" rIns="139677" bIns="139677" anchor="t" anchorCtr="0">
            <a:spAutoFit/>
          </a:bodyPr>
          <a:lstStyle/>
          <a:p>
            <a:r>
              <a:rPr lang="en" sz="1222">
                <a:solidFill>
                  <a:schemeClr val="dk2"/>
                </a:solidFill>
                <a:latin typeface="Source Sans 3"/>
                <a:ea typeface="Source Sans 3"/>
                <a:cs typeface="Source Sans 3"/>
                <a:sym typeface="Source Sans 3"/>
              </a:rPr>
              <a:t>Once the comments are labeled, Kaiaulu supports the aggregation of developer sentiment. Kaiaulu has a function called </a:t>
            </a:r>
            <a:r>
              <a:rPr lang="en" sz="1222">
                <a:solidFill>
                  <a:srgbClr val="628DB5"/>
                </a:solidFill>
                <a:latin typeface="Source Sans 3"/>
                <a:ea typeface="Source Sans 3"/>
                <a:cs typeface="Source Sans 3"/>
                <a:sym typeface="Source Sans 3"/>
              </a:rPr>
              <a:t>engagement_sentiment()</a:t>
            </a:r>
            <a:r>
              <a:rPr lang="en" sz="1222">
                <a:solidFill>
                  <a:schemeClr val="dk2"/>
                </a:solidFill>
                <a:latin typeface="Source Sans 3"/>
                <a:ea typeface="Source Sans 3"/>
                <a:cs typeface="Source Sans 3"/>
                <a:sym typeface="Source Sans 3"/>
              </a:rPr>
              <a:t> (see metric.R) that takes into account a developer’s comments across all sources over a rolling window to produce an engagement sentiment score.</a:t>
            </a:r>
            <a:endParaRPr sz="1222">
              <a:solidFill>
                <a:schemeClr val="dk2"/>
              </a:solidFill>
              <a:latin typeface="Source Sans 3"/>
              <a:ea typeface="Source Sans 3"/>
              <a:cs typeface="Source Sans 3"/>
              <a:sym typeface="Source Sans 3"/>
            </a:endParaRPr>
          </a:p>
        </p:txBody>
      </p:sp>
      <p:sp>
        <p:nvSpPr>
          <p:cNvPr id="192" name="Google Shape;192;p17"/>
          <p:cNvSpPr txBox="1"/>
          <p:nvPr/>
        </p:nvSpPr>
        <p:spPr>
          <a:xfrm>
            <a:off x="94986" y="400941"/>
            <a:ext cx="7246101" cy="738554"/>
          </a:xfrm>
          <a:prstGeom prst="rect">
            <a:avLst/>
          </a:prstGeom>
          <a:noFill/>
          <a:ln>
            <a:noFill/>
          </a:ln>
        </p:spPr>
        <p:txBody>
          <a:bodyPr spcFirstLastPara="1" wrap="square" lIns="139677" tIns="139677" rIns="139677" bIns="139677" anchor="t" anchorCtr="0">
            <a:spAutoFit/>
          </a:bodyPr>
          <a:lstStyle/>
          <a:p>
            <a:pPr>
              <a:lnSpc>
                <a:spcPct val="80000"/>
              </a:lnSpc>
            </a:pPr>
            <a:r>
              <a:rPr lang="en" sz="3514" dirty="0">
                <a:solidFill>
                  <a:srgbClr val="585858"/>
                </a:solidFill>
                <a:latin typeface="Source Sans 3"/>
                <a:ea typeface="Source Sans 3"/>
                <a:cs typeface="Source Sans 3"/>
                <a:sym typeface="Source Sans 3"/>
              </a:rPr>
              <a:t>Sentiment Classifier : : </a:t>
            </a:r>
            <a:r>
              <a:rPr lang="en" sz="3708" b="1" dirty="0">
                <a:solidFill>
                  <a:srgbClr val="585858"/>
                </a:solidFill>
                <a:latin typeface="Source Sans 3"/>
                <a:ea typeface="Source Sans 3"/>
                <a:cs typeface="Source Sans 3"/>
                <a:sym typeface="Source Sans 3"/>
              </a:rPr>
              <a:t>CHEAT SHEET</a:t>
            </a:r>
            <a:endParaRPr sz="3514" b="1" dirty="0">
              <a:solidFill>
                <a:srgbClr val="585858"/>
              </a:solidFill>
              <a:latin typeface="Source Sans 3"/>
              <a:ea typeface="Source Sans 3"/>
              <a:cs typeface="Source Sans 3"/>
              <a:sym typeface="Source Sans 3"/>
            </a:endParaRPr>
          </a:p>
        </p:txBody>
      </p:sp>
      <p:cxnSp>
        <p:nvCxnSpPr>
          <p:cNvPr id="193" name="Google Shape;193;p17"/>
          <p:cNvCxnSpPr/>
          <p:nvPr/>
        </p:nvCxnSpPr>
        <p:spPr>
          <a:xfrm>
            <a:off x="2362941" y="10243471"/>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194" name="Google Shape;194;p17"/>
          <p:cNvSpPr/>
          <p:nvPr/>
        </p:nvSpPr>
        <p:spPr>
          <a:xfrm>
            <a:off x="500997" y="4650627"/>
            <a:ext cx="3566750" cy="2529542"/>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195;p17"/>
          <p:cNvSpPr/>
          <p:nvPr/>
        </p:nvSpPr>
        <p:spPr>
          <a:xfrm>
            <a:off x="308227" y="10154094"/>
            <a:ext cx="2156601"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3708" b="1" dirty="0">
                <a:solidFill>
                  <a:srgbClr val="407AAA"/>
                </a:solidFill>
                <a:latin typeface="Helvetica Neue"/>
                <a:ea typeface="Helvetica Neue"/>
                <a:cs typeface="Helvetica Neue"/>
                <a:sym typeface="Helvetica Neue"/>
              </a:rPr>
              <a:t>Kaiāulu</a:t>
            </a:r>
            <a:endParaRPr sz="3708" b="1" dirty="0">
              <a:solidFill>
                <a:srgbClr val="4C4C4C"/>
              </a:solidFill>
            </a:endParaRPr>
          </a:p>
        </p:txBody>
      </p:sp>
      <p:sp>
        <p:nvSpPr>
          <p:cNvPr id="196" name="Google Shape;196;p17"/>
          <p:cNvSpPr txBox="1"/>
          <p:nvPr/>
        </p:nvSpPr>
        <p:spPr>
          <a:xfrm>
            <a:off x="4904857" y="10154099"/>
            <a:ext cx="8939333" cy="536832"/>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222" u="sng">
                <a:solidFill>
                  <a:schemeClr val="hlink"/>
                </a:solidFill>
                <a:latin typeface="Source Sans 3"/>
                <a:ea typeface="Source Sans 3"/>
                <a:cs typeface="Source Sans 3"/>
                <a:sym typeface="Source Sans 3"/>
                <a:hlinkClick r:id="rId6"/>
              </a:rPr>
              <a:t>CC BY SA</a:t>
            </a:r>
            <a:r>
              <a:rPr lang="en" sz="1222">
                <a:solidFill>
                  <a:schemeClr val="hlink"/>
                </a:solidFill>
                <a:uFill>
                  <a:noFill/>
                </a:uFill>
                <a:latin typeface="Source Sans 3"/>
                <a:ea typeface="Source Sans 3"/>
                <a:cs typeface="Source Sans 3"/>
                <a:sym typeface="Source Sans 3"/>
                <a:hlinkClick r:id="rId6"/>
              </a:rPr>
              <a:t> </a:t>
            </a:r>
            <a:r>
              <a:rPr lang="en" sz="1222">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222">
              <a:solidFill>
                <a:srgbClr val="4C4C4C"/>
              </a:solidFill>
              <a:latin typeface="Source Sans 3"/>
              <a:ea typeface="Source Sans 3"/>
              <a:cs typeface="Source Sans 3"/>
              <a:sym typeface="Source Sans 3"/>
            </a:endParaRPr>
          </a:p>
        </p:txBody>
      </p:sp>
      <p:sp>
        <p:nvSpPr>
          <p:cNvPr id="197" name="Google Shape;197;p17"/>
          <p:cNvSpPr txBox="1"/>
          <p:nvPr/>
        </p:nvSpPr>
        <p:spPr>
          <a:xfrm>
            <a:off x="552330" y="4951486"/>
            <a:ext cx="3373792" cy="2350790"/>
          </a:xfrm>
          <a:prstGeom prst="rect">
            <a:avLst/>
          </a:prstGeom>
          <a:noFill/>
          <a:ln>
            <a:noFill/>
          </a:ln>
        </p:spPr>
        <p:txBody>
          <a:bodyPr spcFirstLastPara="1" wrap="square" lIns="139677" tIns="139677" rIns="139677" bIns="139677" anchor="t" anchorCtr="0">
            <a:spAutoFit/>
          </a:bodyPr>
          <a:lstStyle/>
          <a:p>
            <a:r>
              <a:rPr lang="en" sz="1222" b="1">
                <a:solidFill>
                  <a:schemeClr val="dk2"/>
                </a:solidFill>
                <a:latin typeface="Source Sans 3"/>
                <a:ea typeface="Source Sans 3"/>
                <a:cs typeface="Source Sans 3"/>
                <a:sym typeface="Source Sans 3"/>
              </a:rPr>
              <a:t>issue_tracker: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github: </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project_key_1:</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owner:</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repo:</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issue_or_pr_comment: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issue_event: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commit_comments:</a:t>
            </a:r>
            <a:endParaRPr sz="1222" b="1">
              <a:solidFill>
                <a:schemeClr val="dk2"/>
              </a:solidFill>
              <a:latin typeface="Source Sans 3"/>
              <a:ea typeface="Source Sans 3"/>
              <a:cs typeface="Source Sans 3"/>
              <a:sym typeface="Source Sans 3"/>
            </a:endParaRPr>
          </a:p>
          <a:p>
            <a:r>
              <a:rPr lang="en" sz="1222" b="1">
                <a:solidFill>
                  <a:schemeClr val="dk2"/>
                </a:solidFill>
                <a:latin typeface="Source Sans 3"/>
                <a:ea typeface="Source Sans 3"/>
                <a:cs typeface="Source Sans 3"/>
                <a:sym typeface="Source Sans 3"/>
              </a:rPr>
              <a:t>         pr_comments:</a:t>
            </a:r>
            <a:endParaRPr sz="1222" b="1">
              <a:solidFill>
                <a:schemeClr val="dk2"/>
              </a:solidFill>
              <a:latin typeface="Source Sans 3"/>
              <a:ea typeface="Source Sans 3"/>
              <a:cs typeface="Source Sans 3"/>
              <a:sym typeface="Source Sans 3"/>
            </a:endParaRPr>
          </a:p>
          <a:p>
            <a:pPr>
              <a:buClr>
                <a:schemeClr val="dk1"/>
              </a:buClr>
              <a:buSzPts val="1100"/>
            </a:pPr>
            <a:endParaRPr sz="1222" b="1">
              <a:solidFill>
                <a:schemeClr val="dk2"/>
              </a:solidFill>
              <a:latin typeface="Source Sans 3"/>
              <a:ea typeface="Source Sans 3"/>
              <a:cs typeface="Source Sans 3"/>
              <a:sym typeface="Source Sans 3"/>
            </a:endParaRPr>
          </a:p>
        </p:txBody>
      </p:sp>
      <p:sp>
        <p:nvSpPr>
          <p:cNvPr id="198" name="Google Shape;198;p17"/>
          <p:cNvSpPr txBox="1"/>
          <p:nvPr/>
        </p:nvSpPr>
        <p:spPr>
          <a:xfrm>
            <a:off x="1136705" y="4660825"/>
            <a:ext cx="2205042"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1222" b="1">
              <a:solidFill>
                <a:schemeClr val="dk2"/>
              </a:solidFill>
              <a:latin typeface="Source Sans 3"/>
              <a:ea typeface="Source Sans 3"/>
              <a:cs typeface="Source Sans 3"/>
              <a:sym typeface="Source Sans 3"/>
            </a:endParaRPr>
          </a:p>
        </p:txBody>
      </p:sp>
      <p:sp>
        <p:nvSpPr>
          <p:cNvPr id="199" name="Google Shape;199;p17"/>
          <p:cNvSpPr txBox="1"/>
          <p:nvPr/>
        </p:nvSpPr>
        <p:spPr>
          <a:xfrm>
            <a:off x="232872" y="7367857"/>
            <a:ext cx="4467375" cy="470147"/>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22">
                <a:solidFill>
                  <a:schemeClr val="dk2"/>
                </a:solidFill>
                <a:latin typeface="Source Sans 3"/>
                <a:ea typeface="Source Sans 3"/>
                <a:cs typeface="Source Sans 3"/>
                <a:sym typeface="Source Sans 3"/>
              </a:rPr>
              <a:t>You should also specify the required external tools in tools.yml:</a:t>
            </a:r>
            <a:endParaRPr sz="2750">
              <a:solidFill>
                <a:schemeClr val="dk2"/>
              </a:solidFill>
              <a:latin typeface="Source Sans 3"/>
              <a:ea typeface="Source Sans 3"/>
              <a:cs typeface="Source Sans 3"/>
              <a:sym typeface="Source Sans 3"/>
            </a:endParaRPr>
          </a:p>
        </p:txBody>
      </p:sp>
      <p:sp>
        <p:nvSpPr>
          <p:cNvPr id="200" name="Google Shape;200;p17"/>
          <p:cNvSpPr/>
          <p:nvPr/>
        </p:nvSpPr>
        <p:spPr>
          <a:xfrm>
            <a:off x="497044" y="8081729"/>
            <a:ext cx="3525958" cy="626083"/>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1" name="Google Shape;201;p17"/>
          <p:cNvSpPr txBox="1"/>
          <p:nvPr/>
        </p:nvSpPr>
        <p:spPr>
          <a:xfrm>
            <a:off x="232853" y="8155903"/>
            <a:ext cx="1673375" cy="658211"/>
          </a:xfrm>
          <a:prstGeom prst="rect">
            <a:avLst/>
          </a:prstGeom>
          <a:noFill/>
          <a:ln>
            <a:noFill/>
          </a:ln>
        </p:spPr>
        <p:txBody>
          <a:bodyPr spcFirstLastPara="1" wrap="square" lIns="139677" tIns="139677" rIns="139677" bIns="139677" anchor="t" anchorCtr="0">
            <a:spAutoFit/>
          </a:bodyPr>
          <a:lstStyle/>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pysenti:</a:t>
            </a:r>
            <a:endParaRPr sz="1222">
              <a:solidFill>
                <a:schemeClr val="dk2"/>
              </a:solidFill>
              <a:latin typeface="Source Sans 3"/>
              <a:ea typeface="Source Sans 3"/>
              <a:cs typeface="Source Sans 3"/>
              <a:sym typeface="Source Sans 3"/>
            </a:endParaRPr>
          </a:p>
          <a:p>
            <a:pPr marL="698510" indent="-426867">
              <a:buClr>
                <a:schemeClr val="dk2"/>
              </a:buClr>
              <a:buSzPts val="800"/>
              <a:buFont typeface="Source Sans 3"/>
              <a:buChar char="●"/>
            </a:pPr>
            <a:r>
              <a:rPr lang="en" sz="1222">
                <a:solidFill>
                  <a:schemeClr val="dk2"/>
                </a:solidFill>
                <a:latin typeface="Source Sans 3"/>
                <a:ea typeface="Source Sans 3"/>
                <a:cs typeface="Source Sans 3"/>
                <a:sym typeface="Source Sans 3"/>
              </a:rPr>
              <a:t>perceval: </a:t>
            </a:r>
            <a:endParaRPr sz="1222">
              <a:solidFill>
                <a:schemeClr val="dk2"/>
              </a:solidFill>
              <a:latin typeface="Source Sans 3"/>
              <a:ea typeface="Source Sans 3"/>
              <a:cs typeface="Source Sans 3"/>
              <a:sym typeface="Source Sans 3"/>
            </a:endParaRPr>
          </a:p>
        </p:txBody>
      </p:sp>
      <p:sp>
        <p:nvSpPr>
          <p:cNvPr id="202" name="Google Shape;202;p17"/>
          <p:cNvSpPr txBox="1"/>
          <p:nvPr/>
        </p:nvSpPr>
        <p:spPr>
          <a:xfrm>
            <a:off x="361225" y="7748403"/>
            <a:ext cx="1810417" cy="470147"/>
          </a:xfrm>
          <a:prstGeom prst="rect">
            <a:avLst/>
          </a:prstGeom>
          <a:noFill/>
          <a:ln>
            <a:noFill/>
          </a:ln>
        </p:spPr>
        <p:txBody>
          <a:bodyPr spcFirstLastPara="1" wrap="square" lIns="139677" tIns="139677" rIns="139677" bIns="139677" anchor="t" anchorCtr="0">
            <a:spAutoFit/>
          </a:bodyPr>
          <a:lstStyle/>
          <a:p>
            <a:r>
              <a:rPr lang="en" sz="1222">
                <a:solidFill>
                  <a:srgbClr val="628DB5"/>
                </a:solidFill>
                <a:latin typeface="Source Sans 3"/>
                <a:ea typeface="Source Sans 3"/>
                <a:cs typeface="Source Sans 3"/>
                <a:sym typeface="Source Sans 3"/>
              </a:rPr>
              <a:t>Tools Config Setup</a:t>
            </a:r>
            <a:endParaRPr sz="1222">
              <a:solidFill>
                <a:srgbClr val="628DB5"/>
              </a:solidFill>
              <a:latin typeface="Source Sans 3"/>
              <a:ea typeface="Source Sans 3"/>
              <a:cs typeface="Source Sans 3"/>
              <a:sym typeface="Source Sans 3"/>
            </a:endParaRPr>
          </a:p>
        </p:txBody>
      </p:sp>
      <p:sp>
        <p:nvSpPr>
          <p:cNvPr id="203" name="Google Shape;203;p17"/>
          <p:cNvSpPr txBox="1"/>
          <p:nvPr/>
        </p:nvSpPr>
        <p:spPr>
          <a:xfrm>
            <a:off x="1536353" y="7974670"/>
            <a:ext cx="1485917" cy="470147"/>
          </a:xfrm>
          <a:prstGeom prst="rect">
            <a:avLst/>
          </a:prstGeom>
          <a:noFill/>
          <a:ln>
            <a:noFill/>
          </a:ln>
        </p:spPr>
        <p:txBody>
          <a:bodyPr spcFirstLastPara="1" wrap="square" lIns="139677" tIns="139677" rIns="139677" bIns="139677" anchor="t" anchorCtr="0">
            <a:spAutoFit/>
          </a:bodyPr>
          <a:lstStyle/>
          <a:p>
            <a:pPr algn="ctr"/>
            <a:r>
              <a:rPr lang="en" sz="1222" b="1">
                <a:solidFill>
                  <a:schemeClr val="dk2"/>
                </a:solidFill>
                <a:latin typeface="Source Sans 3"/>
                <a:ea typeface="Source Sans 3"/>
                <a:cs typeface="Source Sans 3"/>
                <a:sym typeface="Source Sans 3"/>
              </a:rPr>
              <a:t>Required Fields</a:t>
            </a:r>
            <a:endParaRPr sz="2750">
              <a:solidFill>
                <a:schemeClr val="dk2"/>
              </a:solidFill>
              <a:latin typeface="Source Sans 3"/>
              <a:ea typeface="Source Sans 3"/>
              <a:cs typeface="Source Sans 3"/>
              <a:sym typeface="Source Sans 3"/>
            </a:endParaRPr>
          </a:p>
        </p:txBody>
      </p:sp>
      <p:sp>
        <p:nvSpPr>
          <p:cNvPr id="204" name="Google Shape;204;p17"/>
          <p:cNvSpPr txBox="1"/>
          <p:nvPr/>
        </p:nvSpPr>
        <p:spPr>
          <a:xfrm>
            <a:off x="-1992223" y="2433420"/>
            <a:ext cx="1879167" cy="1147208"/>
          </a:xfrm>
          <a:prstGeom prst="rect">
            <a:avLst/>
          </a:prstGeom>
          <a:noFill/>
          <a:ln>
            <a:noFill/>
          </a:ln>
        </p:spPr>
        <p:txBody>
          <a:bodyPr spcFirstLastPara="1" wrap="square" lIns="139677" tIns="139677" rIns="139677" bIns="139677" anchor="t" anchorCtr="0">
            <a:noAutofit/>
          </a:bodyPr>
          <a:lstStyle/>
          <a:p>
            <a:r>
              <a:rPr lang="en" sz="2750">
                <a:solidFill>
                  <a:schemeClr val="dk2"/>
                </a:solidFill>
              </a:rPr>
              <a:t>Iteration 5</a:t>
            </a:r>
            <a:endParaRPr sz="2750">
              <a:solidFill>
                <a:schemeClr val="dk2"/>
              </a:solidFill>
            </a:endParaRPr>
          </a:p>
        </p:txBody>
      </p:sp>
      <p:pic>
        <p:nvPicPr>
          <p:cNvPr id="205" name="Google Shape;205;p17"/>
          <p:cNvPicPr preferRelativeResize="0"/>
          <p:nvPr/>
        </p:nvPicPr>
        <p:blipFill>
          <a:blip r:embed="rId7">
            <a:alphaModFix/>
          </a:blip>
          <a:stretch>
            <a:fillRect/>
          </a:stretch>
        </p:blipFill>
        <p:spPr>
          <a:xfrm>
            <a:off x="4398896" y="3530860"/>
            <a:ext cx="4909625" cy="2984592"/>
          </a:xfrm>
          <a:prstGeom prst="rect">
            <a:avLst/>
          </a:prstGeom>
          <a:noFill/>
          <a:ln>
            <a:noFill/>
          </a:ln>
        </p:spPr>
      </p:pic>
      <p:pic>
        <p:nvPicPr>
          <p:cNvPr id="206" name="Google Shape;206;p17"/>
          <p:cNvPicPr preferRelativeResize="0"/>
          <p:nvPr/>
        </p:nvPicPr>
        <p:blipFill>
          <a:blip r:embed="rId8">
            <a:alphaModFix/>
          </a:blip>
          <a:stretch>
            <a:fillRect/>
          </a:stretch>
        </p:blipFill>
        <p:spPr>
          <a:xfrm>
            <a:off x="9997629" y="7307712"/>
            <a:ext cx="3373793" cy="1812795"/>
          </a:xfrm>
          <a:prstGeom prst="rect">
            <a:avLst/>
          </a:prstGeom>
          <a:noFill/>
          <a:ln>
            <a:noFill/>
          </a:ln>
        </p:spPr>
      </p:pic>
      <p:pic>
        <p:nvPicPr>
          <p:cNvPr id="207" name="Google Shape;207;p17"/>
          <p:cNvPicPr preferRelativeResize="0"/>
          <p:nvPr/>
        </p:nvPicPr>
        <p:blipFill>
          <a:blip r:embed="rId9">
            <a:alphaModFix/>
          </a:blip>
          <a:stretch>
            <a:fillRect/>
          </a:stretch>
        </p:blipFill>
        <p:spPr>
          <a:xfrm>
            <a:off x="9228545" y="5131098"/>
            <a:ext cx="4679585" cy="30885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 name="Image" descr="Image">
            <a:extLst>
              <a:ext uri="{FF2B5EF4-FFF2-40B4-BE49-F238E27FC236}">
                <a16:creationId xmlns:a16="http://schemas.microsoft.com/office/drawing/2014/main" id="{E5FF5857-DD09-B781-06AC-57E73650D7DF}"/>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647C7041-44AB-5A21-0A32-31A17D5453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cxnSp>
        <p:nvCxnSpPr>
          <p:cNvPr id="212" name="Google Shape;212;p18"/>
          <p:cNvCxnSpPr>
            <a:cxnSpLocks/>
          </p:cNvCxnSpPr>
          <p:nvPr/>
        </p:nvCxnSpPr>
        <p:spPr>
          <a:xfrm rot="10800000">
            <a:off x="10903812" y="9195656"/>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213" name="Google Shape;213;p18"/>
          <p:cNvCxnSpPr>
            <a:cxnSpLocks/>
          </p:cNvCxnSpPr>
          <p:nvPr/>
        </p:nvCxnSpPr>
        <p:spPr>
          <a:xfrm rot="10800000">
            <a:off x="10897926" y="9091258"/>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214" name="Google Shape;214;p18"/>
          <p:cNvCxnSpPr>
            <a:cxnSpLocks/>
          </p:cNvCxnSpPr>
          <p:nvPr/>
        </p:nvCxnSpPr>
        <p:spPr>
          <a:xfrm flipH="1">
            <a:off x="10972591" y="9056759"/>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215" name="Google Shape;215;p18"/>
          <p:cNvSpPr/>
          <p:nvPr/>
        </p:nvSpPr>
        <p:spPr>
          <a:xfrm>
            <a:off x="10948918" y="917544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216" name="Google Shape;216;p18"/>
          <p:cNvPicPr preferRelativeResize="0"/>
          <p:nvPr/>
        </p:nvPicPr>
        <p:blipFill>
          <a:blip r:embed="rId5">
            <a:alphaModFix/>
          </a:blip>
          <a:stretch>
            <a:fillRect/>
          </a:stretch>
        </p:blipFill>
        <p:spPr>
          <a:xfrm>
            <a:off x="297143" y="8415155"/>
            <a:ext cx="3795917" cy="1607085"/>
          </a:xfrm>
          <a:prstGeom prst="rect">
            <a:avLst/>
          </a:prstGeom>
          <a:noFill/>
          <a:ln>
            <a:noFill/>
          </a:ln>
        </p:spPr>
      </p:pic>
      <p:pic>
        <p:nvPicPr>
          <p:cNvPr id="217" name="Google Shape;217;p18"/>
          <p:cNvPicPr preferRelativeResize="0"/>
          <p:nvPr/>
        </p:nvPicPr>
        <p:blipFill>
          <a:blip r:embed="rId5">
            <a:alphaModFix/>
          </a:blip>
          <a:stretch>
            <a:fillRect/>
          </a:stretch>
        </p:blipFill>
        <p:spPr>
          <a:xfrm>
            <a:off x="252420" y="3339655"/>
            <a:ext cx="3830026" cy="4314370"/>
          </a:xfrm>
          <a:prstGeom prst="rect">
            <a:avLst/>
          </a:prstGeom>
          <a:noFill/>
          <a:ln>
            <a:noFill/>
          </a:ln>
        </p:spPr>
      </p:pic>
      <p:sp>
        <p:nvSpPr>
          <p:cNvPr id="220" name="Google Shape;220;p18"/>
          <p:cNvSpPr txBox="1"/>
          <p:nvPr/>
        </p:nvSpPr>
        <p:spPr>
          <a:xfrm>
            <a:off x="9398473" y="2540774"/>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p:cNvSpPr txBox="1"/>
          <p:nvPr/>
        </p:nvSpPr>
        <p:spPr>
          <a:xfrm>
            <a:off x="131971" y="121385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p:cNvSpPr txBox="1"/>
          <p:nvPr/>
        </p:nvSpPr>
        <p:spPr>
          <a:xfrm>
            <a:off x="4280610" y="1213853"/>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p:cNvSpPr txBox="1"/>
          <p:nvPr/>
        </p:nvSpPr>
        <p:spPr>
          <a:xfrm>
            <a:off x="9305573" y="3347884"/>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Sentiment Metric</a:t>
            </a:r>
            <a:endParaRPr sz="2500" dirty="0">
              <a:solidFill>
                <a:srgbClr val="628DB5"/>
              </a:solidFill>
              <a:latin typeface="Source Sans 3"/>
              <a:ea typeface="Source Sans 3"/>
              <a:cs typeface="Source Sans 3"/>
              <a:sym typeface="Source Sans 3"/>
            </a:endParaRPr>
          </a:p>
        </p:txBody>
      </p:sp>
      <p:sp>
        <p:nvSpPr>
          <p:cNvPr id="224" name="Google Shape;224;p18"/>
          <p:cNvSpPr txBox="1"/>
          <p:nvPr/>
        </p:nvSpPr>
        <p:spPr>
          <a:xfrm>
            <a:off x="252420" y="3353258"/>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p:cNvSpPr txBox="1"/>
          <p:nvPr/>
        </p:nvSpPr>
        <p:spPr>
          <a:xfrm>
            <a:off x="9226985" y="1277387"/>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p:cNvSpPr txBox="1"/>
          <p:nvPr/>
        </p:nvSpPr>
        <p:spPr>
          <a:xfrm>
            <a:off x="9423375" y="2531149"/>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p:cNvSpPr txBox="1"/>
          <p:nvPr/>
        </p:nvSpPr>
        <p:spPr>
          <a:xfrm>
            <a:off x="9226985" y="1666130"/>
            <a:ext cx="4398167" cy="928413"/>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400" dirty="0">
              <a:solidFill>
                <a:schemeClr val="dk2"/>
              </a:solidFill>
              <a:latin typeface="Source Sans 3"/>
              <a:ea typeface="Source Sans 3"/>
              <a:cs typeface="Source Sans 3"/>
              <a:sym typeface="Source Sans 3"/>
            </a:endParaRPr>
          </a:p>
        </p:txBody>
      </p:sp>
      <p:sp>
        <p:nvSpPr>
          <p:cNvPr id="228" name="Google Shape;228;p18"/>
          <p:cNvSpPr txBox="1"/>
          <p:nvPr/>
        </p:nvSpPr>
        <p:spPr>
          <a:xfrm>
            <a:off x="128430" y="1705209"/>
            <a:ext cx="4205208" cy="1574744"/>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400" dirty="0">
              <a:solidFill>
                <a:schemeClr val="dk2"/>
              </a:solidFill>
              <a:latin typeface="Source Sans 3"/>
              <a:ea typeface="Source Sans 3"/>
              <a:cs typeface="Source Sans 3"/>
              <a:sym typeface="Source Sans 3"/>
            </a:endParaRPr>
          </a:p>
        </p:txBody>
      </p:sp>
      <p:sp>
        <p:nvSpPr>
          <p:cNvPr id="229" name="Google Shape;229;p18"/>
          <p:cNvSpPr txBox="1"/>
          <p:nvPr/>
        </p:nvSpPr>
        <p:spPr>
          <a:xfrm>
            <a:off x="308986" y="3866945"/>
            <a:ext cx="3813792" cy="928413"/>
          </a:xfrm>
          <a:prstGeom prst="rect">
            <a:avLst/>
          </a:prstGeom>
          <a:noFill/>
          <a:ln>
            <a:noFill/>
          </a:ln>
        </p:spPr>
        <p:txBody>
          <a:bodyPr spcFirstLastPara="1" wrap="square" lIns="139677" tIns="139677" rIns="139677" bIns="139677" anchor="t" anchorCtr="0">
            <a:spAutoFit/>
          </a:bodyPr>
          <a:lstStyle/>
          <a:p>
            <a:r>
              <a:rPr lang="en" sz="14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400" b="1" dirty="0">
              <a:solidFill>
                <a:schemeClr val="tx1"/>
              </a:solidFill>
              <a:latin typeface="Source Sans 3"/>
              <a:ea typeface="Source Sans 3"/>
              <a:cs typeface="Source Sans 3"/>
              <a:sym typeface="Source Sans 3"/>
            </a:endParaRPr>
          </a:p>
        </p:txBody>
      </p:sp>
      <p:sp>
        <p:nvSpPr>
          <p:cNvPr id="230" name="Google Shape;230;p18"/>
          <p:cNvSpPr txBox="1"/>
          <p:nvPr/>
        </p:nvSpPr>
        <p:spPr>
          <a:xfrm>
            <a:off x="4313030" y="1722020"/>
            <a:ext cx="4679583" cy="1359300"/>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400" dirty="0">
              <a:solidFill>
                <a:schemeClr val="dk2"/>
              </a:solidFill>
              <a:latin typeface="Source Sans 3"/>
              <a:ea typeface="Source Sans 3"/>
              <a:cs typeface="Source Sans 3"/>
              <a:sym typeface="Source Sans 3"/>
            </a:endParaRPr>
          </a:p>
        </p:txBody>
      </p:sp>
      <p:sp>
        <p:nvSpPr>
          <p:cNvPr id="231" name="Google Shape;231;p18"/>
          <p:cNvSpPr txBox="1"/>
          <p:nvPr/>
        </p:nvSpPr>
        <p:spPr>
          <a:xfrm>
            <a:off x="4349852" y="7256089"/>
            <a:ext cx="5052208" cy="2651962"/>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(R) passes the text comments to the sentiment classifier (Python) using the pysenti_predict() call (2). The tools.yml path for the sentiment classifier follows that of the other third-party tools. In the case of the sentiment classifier, the path would look like the following:</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pysenti: ..\..\sentiment_classifier\exec\train_or_predict.py </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The sentiment classifier predicts whether each comment is </a:t>
            </a:r>
            <a:r>
              <a:rPr lang="en" sz="1400" dirty="0">
                <a:solidFill>
                  <a:srgbClr val="93C47D"/>
                </a:solidFill>
                <a:latin typeface="Source Sans 3"/>
                <a:ea typeface="Source Sans 3"/>
                <a:cs typeface="Source Sans 3"/>
                <a:sym typeface="Source Sans 3"/>
              </a:rPr>
              <a:t>positive </a:t>
            </a:r>
            <a:r>
              <a:rPr lang="en" sz="1400" dirty="0">
                <a:solidFill>
                  <a:schemeClr val="dk2"/>
                </a:solidFill>
                <a:latin typeface="Source Sans 3"/>
                <a:ea typeface="Source Sans 3"/>
                <a:cs typeface="Source Sans 3"/>
                <a:sym typeface="Source Sans 3"/>
              </a:rPr>
              <a:t>(        ), </a:t>
            </a:r>
            <a:r>
              <a:rPr lang="en" sz="1400" dirty="0">
                <a:solidFill>
                  <a:srgbClr val="E06666"/>
                </a:solidFill>
                <a:latin typeface="Source Sans 3"/>
                <a:ea typeface="Source Sans 3"/>
                <a:cs typeface="Source Sans 3"/>
                <a:sym typeface="Source Sans 3"/>
              </a:rPr>
              <a:t>negative </a:t>
            </a:r>
            <a:r>
              <a:rPr lang="en" sz="1400" dirty="0">
                <a:solidFill>
                  <a:schemeClr val="dk2"/>
                </a:solidFill>
                <a:latin typeface="Source Sans 3"/>
                <a:ea typeface="Source Sans 3"/>
                <a:cs typeface="Source Sans 3"/>
                <a:sym typeface="Source Sans 3"/>
              </a:rPr>
              <a:t>(</a:t>
            </a:r>
            <a:r>
              <a:rPr lang="en" sz="1400" dirty="0">
                <a:solidFill>
                  <a:srgbClr val="E06666"/>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 or </a:t>
            </a:r>
            <a:r>
              <a:rPr lang="en" sz="1400" dirty="0">
                <a:solidFill>
                  <a:schemeClr val="tx2">
                    <a:lumMod val="50000"/>
                  </a:schemeClr>
                </a:solidFill>
                <a:latin typeface="Source Sans 3"/>
                <a:ea typeface="Source Sans 3"/>
                <a:cs typeface="Source Sans 3"/>
                <a:sym typeface="Source Sans 3"/>
              </a:rPr>
              <a:t>neutral</a:t>
            </a:r>
            <a:r>
              <a:rPr lang="en" sz="1400" dirty="0">
                <a:solidFill>
                  <a:schemeClr val="dk2"/>
                </a:solidFill>
                <a:latin typeface="Source Sans 3"/>
                <a:ea typeface="Source Sans 3"/>
                <a:cs typeface="Source Sans 3"/>
                <a:sym typeface="Source Sans 3"/>
              </a:rPr>
              <a:t> (        ) using machine learning models (3) and returns</a:t>
            </a:r>
            <a:r>
              <a:rPr lang="en" sz="1400" baseline="30000" dirty="0">
                <a:solidFill>
                  <a:schemeClr val="dk2"/>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that label (4) to Kaiaulu.</a:t>
            </a:r>
            <a:endParaRPr sz="1400" dirty="0">
              <a:solidFill>
                <a:schemeClr val="dk2"/>
              </a:solidFill>
              <a:latin typeface="Source Sans 3"/>
              <a:ea typeface="Source Sans 3"/>
              <a:cs typeface="Source Sans 3"/>
              <a:sym typeface="Source Sans 3"/>
            </a:endParaRPr>
          </a:p>
        </p:txBody>
      </p:sp>
      <p:sp>
        <p:nvSpPr>
          <p:cNvPr id="232" name="Google Shape;232;p18"/>
          <p:cNvSpPr txBox="1"/>
          <p:nvPr/>
        </p:nvSpPr>
        <p:spPr>
          <a:xfrm>
            <a:off x="9305573" y="3883917"/>
            <a:ext cx="4467375" cy="1574744"/>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Once the comments are labeled, Kaiaulu supports the aggregation of developer sentiment. Kaiaulu has a function called </a:t>
            </a:r>
            <a:r>
              <a:rPr lang="en" sz="1400" dirty="0">
                <a:solidFill>
                  <a:srgbClr val="628DB5"/>
                </a:solidFill>
                <a:latin typeface="Source Sans 3"/>
                <a:ea typeface="Source Sans 3"/>
                <a:cs typeface="Source Sans 3"/>
                <a:sym typeface="Source Sans 3"/>
              </a:rPr>
              <a:t>engagement_sentiment()</a:t>
            </a:r>
            <a:r>
              <a:rPr lang="en" sz="1400" dirty="0">
                <a:solidFill>
                  <a:schemeClr val="dk2"/>
                </a:solidFill>
                <a:latin typeface="Source Sans 3"/>
                <a:ea typeface="Source Sans 3"/>
                <a:cs typeface="Source Sans 3"/>
                <a:sym typeface="Source Sans 3"/>
              </a:rPr>
              <a:t> (see metric.R) that takes into account a developer’s comments across all sources over a rolling window to produce an engagement sentiment score.</a:t>
            </a:r>
            <a:endParaRPr sz="1400" dirty="0">
              <a:solidFill>
                <a:schemeClr val="dk2"/>
              </a:solidFill>
              <a:latin typeface="Source Sans 3"/>
              <a:ea typeface="Source Sans 3"/>
              <a:cs typeface="Source Sans 3"/>
              <a:sym typeface="Source Sans 3"/>
            </a:endParaRPr>
          </a:p>
        </p:txBody>
      </p:sp>
      <p:sp>
        <p:nvSpPr>
          <p:cNvPr id="233" name="Google Shape;233;p18"/>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p:cNvSpPr/>
          <p:nvPr/>
        </p:nvSpPr>
        <p:spPr>
          <a:xfrm>
            <a:off x="412610" y="4770491"/>
            <a:ext cx="3566750" cy="2713526"/>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400" dirty="0">
              <a:solidFill>
                <a:srgbClr val="4C4C4C"/>
              </a:solidFill>
              <a:latin typeface="Source Sans 3"/>
              <a:ea typeface="Source Sans 3"/>
              <a:cs typeface="Source Sans 3"/>
              <a:sym typeface="Source Sans 3"/>
            </a:endParaRPr>
          </a:p>
        </p:txBody>
      </p:sp>
      <p:sp>
        <p:nvSpPr>
          <p:cNvPr id="238" name="Google Shape;238;p18"/>
          <p:cNvSpPr txBox="1"/>
          <p:nvPr/>
        </p:nvSpPr>
        <p:spPr>
          <a:xfrm>
            <a:off x="463943" y="5071350"/>
            <a:ext cx="3373792" cy="2651962"/>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400" b="1" dirty="0">
                <a:solidFill>
                  <a:schemeClr val="tx1"/>
                </a:solidFill>
                <a:latin typeface="Source Sans 3"/>
                <a:ea typeface="Source Sans 3"/>
                <a:cs typeface="Source Sans 3"/>
                <a:sym typeface="Source Sans 3"/>
              </a:rPr>
              <a:t>issue_tracker: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github: </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project_key_1:</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owner: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repo:</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issue_or_pr_comment: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issue_event: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commit_comments:</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pr_comments:</a:t>
            </a:r>
            <a:endParaRPr sz="1400" b="1" dirty="0">
              <a:solidFill>
                <a:schemeClr val="tx1"/>
              </a:solidFill>
              <a:latin typeface="Source Sans 3"/>
              <a:ea typeface="Source Sans 3"/>
              <a:cs typeface="Source Sans 3"/>
              <a:sym typeface="Source Sans 3"/>
            </a:endParaRPr>
          </a:p>
          <a:p>
            <a:pPr>
              <a:buClr>
                <a:schemeClr val="dk1"/>
              </a:buClr>
              <a:buSzPts val="1100"/>
            </a:pPr>
            <a:endParaRPr sz="1400" b="1" dirty="0">
              <a:solidFill>
                <a:schemeClr val="tx1"/>
              </a:solidFill>
              <a:latin typeface="Source Sans 3"/>
              <a:ea typeface="Source Sans 3"/>
              <a:cs typeface="Source Sans 3"/>
              <a:sym typeface="Source Sans 3"/>
            </a:endParaRPr>
          </a:p>
        </p:txBody>
      </p:sp>
      <p:sp>
        <p:nvSpPr>
          <p:cNvPr id="239" name="Google Shape;239;p18"/>
          <p:cNvSpPr txBox="1"/>
          <p:nvPr/>
        </p:nvSpPr>
        <p:spPr>
          <a:xfrm>
            <a:off x="1058704" y="4738124"/>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p:cNvSpPr txBox="1"/>
          <p:nvPr/>
        </p:nvSpPr>
        <p:spPr>
          <a:xfrm>
            <a:off x="163119" y="7688856"/>
            <a:ext cx="4170519" cy="712969"/>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400" dirty="0">
                <a:solidFill>
                  <a:schemeClr val="dk2"/>
                </a:solidFill>
                <a:latin typeface="Source Sans 3"/>
                <a:ea typeface="Source Sans 3"/>
                <a:cs typeface="Source Sans 3"/>
                <a:sym typeface="Source Sans 3"/>
              </a:rPr>
              <a:t>You should also specify the required external tools in tools.yml:</a:t>
            </a:r>
            <a:endParaRPr sz="1400" dirty="0">
              <a:solidFill>
                <a:schemeClr val="dk2"/>
              </a:solidFill>
              <a:latin typeface="Source Sans 3"/>
              <a:ea typeface="Source Sans 3"/>
              <a:cs typeface="Source Sans 3"/>
              <a:sym typeface="Source Sans 3"/>
            </a:endParaRPr>
          </a:p>
        </p:txBody>
      </p:sp>
      <p:sp>
        <p:nvSpPr>
          <p:cNvPr id="241" name="Google Shape;241;p18"/>
          <p:cNvSpPr/>
          <p:nvPr/>
        </p:nvSpPr>
        <p:spPr>
          <a:xfrm>
            <a:off x="453038" y="8852495"/>
            <a:ext cx="3525958"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p:cNvSpPr txBox="1"/>
          <p:nvPr/>
        </p:nvSpPr>
        <p:spPr>
          <a:xfrm>
            <a:off x="148657" y="9117708"/>
            <a:ext cx="2354583" cy="712969"/>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pysenti:</a:t>
            </a:r>
            <a:endParaRPr sz="1400" b="1" dirty="0">
              <a:solidFill>
                <a:schemeClr val="tx1"/>
              </a:solidFill>
              <a:latin typeface="Source Sans 3"/>
              <a:ea typeface="Source Sans 3"/>
              <a:cs typeface="Source Sans 3"/>
              <a:sym typeface="Source Sans 3"/>
            </a:endParaRPr>
          </a:p>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perceval: </a:t>
            </a:r>
            <a:endParaRPr sz="1400" b="1" dirty="0">
              <a:solidFill>
                <a:schemeClr val="tx1"/>
              </a:solidFill>
              <a:latin typeface="Source Sans 3"/>
              <a:ea typeface="Source Sans 3"/>
              <a:cs typeface="Source Sans 3"/>
              <a:sym typeface="Source Sans 3"/>
            </a:endParaRPr>
          </a:p>
        </p:txBody>
      </p:sp>
      <p:sp>
        <p:nvSpPr>
          <p:cNvPr id="243" name="Google Shape;243;p18"/>
          <p:cNvSpPr txBox="1"/>
          <p:nvPr/>
        </p:nvSpPr>
        <p:spPr>
          <a:xfrm>
            <a:off x="277010" y="8309545"/>
            <a:ext cx="3627320"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p:cNvSpPr txBox="1"/>
          <p:nvPr/>
        </p:nvSpPr>
        <p:spPr>
          <a:xfrm>
            <a:off x="1282998" y="8774044"/>
            <a:ext cx="176538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a:solidFill>
                  <a:schemeClr val="dk2"/>
                </a:solidFill>
              </a:rPr>
              <a:t>Iteration 6</a:t>
            </a:r>
            <a:endParaRPr sz="2750">
              <a:solidFill>
                <a:schemeClr val="dk2"/>
              </a:solidFill>
            </a:endParaRPr>
          </a:p>
        </p:txBody>
      </p:sp>
      <p:pic>
        <p:nvPicPr>
          <p:cNvPr id="246" name="Google Shape;246;p18"/>
          <p:cNvPicPr preferRelativeResize="0"/>
          <p:nvPr/>
        </p:nvPicPr>
        <p:blipFill>
          <a:blip r:embed="rId7">
            <a:alphaModFix/>
          </a:blip>
          <a:stretch>
            <a:fillRect/>
          </a:stretch>
        </p:blipFill>
        <p:spPr>
          <a:xfrm>
            <a:off x="9459945" y="5596454"/>
            <a:ext cx="3884579" cy="470250"/>
          </a:xfrm>
          <a:prstGeom prst="rect">
            <a:avLst/>
          </a:prstGeom>
          <a:noFill/>
          <a:ln>
            <a:noFill/>
          </a:ln>
        </p:spPr>
      </p:pic>
      <p:sp>
        <p:nvSpPr>
          <p:cNvPr id="247" name="Google Shape;247;p18"/>
          <p:cNvSpPr txBox="1"/>
          <p:nvPr/>
        </p:nvSpPr>
        <p:spPr>
          <a:xfrm>
            <a:off x="13090976" y="5603947"/>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248" name="Google Shape;248;p18"/>
          <p:cNvPicPr preferRelativeResize="0"/>
          <p:nvPr/>
        </p:nvPicPr>
        <p:blipFill>
          <a:blip r:embed="rId8">
            <a:alphaModFix/>
          </a:blip>
          <a:stretch>
            <a:fillRect/>
          </a:stretch>
        </p:blipFill>
        <p:spPr>
          <a:xfrm>
            <a:off x="9459945" y="5968549"/>
            <a:ext cx="809211" cy="470250"/>
          </a:xfrm>
          <a:prstGeom prst="rect">
            <a:avLst/>
          </a:prstGeom>
          <a:noFill/>
          <a:ln>
            <a:noFill/>
          </a:ln>
        </p:spPr>
      </p:pic>
      <p:cxnSp>
        <p:nvCxnSpPr>
          <p:cNvPr id="249" name="Google Shape;249;p18"/>
          <p:cNvCxnSpPr>
            <a:cxnSpLocks/>
          </p:cNvCxnSpPr>
          <p:nvPr/>
        </p:nvCxnSpPr>
        <p:spPr>
          <a:xfrm>
            <a:off x="9596030" y="6512303"/>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50" name="Google Shape;250;p18"/>
          <p:cNvSpPr txBox="1"/>
          <p:nvPr/>
        </p:nvSpPr>
        <p:spPr>
          <a:xfrm>
            <a:off x="9598472" y="6562419"/>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251" name="Google Shape;251;p18"/>
          <p:cNvPicPr preferRelativeResize="0"/>
          <p:nvPr/>
        </p:nvPicPr>
        <p:blipFill>
          <a:blip r:embed="rId9">
            <a:alphaModFix/>
          </a:blip>
          <a:stretch>
            <a:fillRect/>
          </a:stretch>
        </p:blipFill>
        <p:spPr>
          <a:xfrm>
            <a:off x="9481674" y="6472968"/>
            <a:ext cx="777249" cy="347527"/>
          </a:xfrm>
          <a:prstGeom prst="rect">
            <a:avLst/>
          </a:prstGeom>
          <a:noFill/>
          <a:ln>
            <a:noFill/>
          </a:ln>
        </p:spPr>
      </p:pic>
      <p:sp>
        <p:nvSpPr>
          <p:cNvPr id="253" name="Google Shape;253;p18"/>
          <p:cNvSpPr txBox="1"/>
          <p:nvPr/>
        </p:nvSpPr>
        <p:spPr>
          <a:xfrm>
            <a:off x="10055796" y="5968241"/>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254" name="Google Shape;254;p18"/>
          <p:cNvSpPr txBox="1"/>
          <p:nvPr/>
        </p:nvSpPr>
        <p:spPr>
          <a:xfrm>
            <a:off x="11278747" y="5966876"/>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55" name="Google Shape;255;p18"/>
          <p:cNvSpPr txBox="1"/>
          <p:nvPr/>
        </p:nvSpPr>
        <p:spPr>
          <a:xfrm>
            <a:off x="11970723" y="5966562"/>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92" name="Google Shape;292;p18"/>
          <p:cNvSpPr/>
          <p:nvPr/>
        </p:nvSpPr>
        <p:spPr>
          <a:xfrm>
            <a:off x="11738809" y="6064488"/>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93" name="Google Shape;293;p18"/>
          <p:cNvSpPr txBox="1"/>
          <p:nvPr/>
        </p:nvSpPr>
        <p:spPr>
          <a:xfrm>
            <a:off x="11631564" y="603185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296" name="Google Shape;296;p18"/>
          <p:cNvCxnSpPr>
            <a:cxnSpLocks/>
          </p:cNvCxnSpPr>
          <p:nvPr/>
        </p:nvCxnSpPr>
        <p:spPr>
          <a:xfrm rot="10800000">
            <a:off x="9951623" y="8302641"/>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297" name="Google Shape;297;p18"/>
          <p:cNvCxnSpPr>
            <a:cxnSpLocks/>
          </p:cNvCxnSpPr>
          <p:nvPr/>
        </p:nvCxnSpPr>
        <p:spPr>
          <a:xfrm flipV="1">
            <a:off x="9950549" y="9695058"/>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298" name="Google Shape;298;p18"/>
          <p:cNvCxnSpPr>
            <a:cxnSpLocks/>
          </p:cNvCxnSpPr>
          <p:nvPr/>
        </p:nvCxnSpPr>
        <p:spPr>
          <a:xfrm rot="10800000" flipH="1">
            <a:off x="9974315" y="9150894"/>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299" name="Google Shape;299;p18"/>
          <p:cNvCxnSpPr>
            <a:cxnSpLocks/>
          </p:cNvCxnSpPr>
          <p:nvPr/>
        </p:nvCxnSpPr>
        <p:spPr>
          <a:xfrm>
            <a:off x="10238170" y="9157324"/>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300" name="Google Shape;300;p18"/>
          <p:cNvCxnSpPr>
            <a:cxnSpLocks/>
          </p:cNvCxnSpPr>
          <p:nvPr/>
        </p:nvCxnSpPr>
        <p:spPr>
          <a:xfrm rot="10800000" flipH="1">
            <a:off x="10486316" y="9280107"/>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301" name="Google Shape;301;p18"/>
          <p:cNvCxnSpPr>
            <a:cxnSpLocks/>
          </p:cNvCxnSpPr>
          <p:nvPr/>
        </p:nvCxnSpPr>
        <p:spPr>
          <a:xfrm rot="10800000" flipH="1">
            <a:off x="10712670" y="9076059"/>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302" name="Google Shape;302;p18"/>
          <p:cNvCxnSpPr>
            <a:cxnSpLocks/>
          </p:cNvCxnSpPr>
          <p:nvPr/>
        </p:nvCxnSpPr>
        <p:spPr>
          <a:xfrm rot="10800000" flipH="1">
            <a:off x="9979551" y="9342498"/>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303" name="Google Shape;303;p18"/>
          <p:cNvCxnSpPr>
            <a:cxnSpLocks/>
          </p:cNvCxnSpPr>
          <p:nvPr/>
        </p:nvCxnSpPr>
        <p:spPr>
          <a:xfrm rot="10800000" flipH="1">
            <a:off x="10257822" y="9192142"/>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304" name="Google Shape;304;p18"/>
          <p:cNvCxnSpPr>
            <a:cxnSpLocks/>
          </p:cNvCxnSpPr>
          <p:nvPr/>
        </p:nvCxnSpPr>
        <p:spPr>
          <a:xfrm rot="10800000" flipH="1">
            <a:off x="10646510" y="8890201"/>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305" name="Google Shape;305;p18"/>
          <p:cNvCxnSpPr>
            <a:cxnSpLocks/>
          </p:cNvCxnSpPr>
          <p:nvPr/>
        </p:nvCxnSpPr>
        <p:spPr>
          <a:xfrm rot="10800000">
            <a:off x="10712933" y="8908938"/>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306" name="Google Shape;306;p18"/>
          <p:cNvCxnSpPr>
            <a:cxnSpLocks/>
          </p:cNvCxnSpPr>
          <p:nvPr/>
        </p:nvCxnSpPr>
        <p:spPr>
          <a:xfrm flipH="1">
            <a:off x="11099148" y="9219318"/>
            <a:ext cx="220458" cy="93958"/>
          </a:xfrm>
          <a:prstGeom prst="straightConnector1">
            <a:avLst/>
          </a:prstGeom>
          <a:noFill/>
          <a:ln w="14025" cap="flat" cmpd="sng">
            <a:solidFill>
              <a:srgbClr val="628DB5"/>
            </a:solidFill>
            <a:prstDash val="solid"/>
            <a:round/>
            <a:headEnd type="none" w="med" len="med"/>
            <a:tailEnd type="none" w="med" len="med"/>
          </a:ln>
        </p:spPr>
      </p:cxnSp>
      <p:sp>
        <p:nvSpPr>
          <p:cNvPr id="307" name="Google Shape;307;p18"/>
          <p:cNvSpPr/>
          <p:nvPr/>
        </p:nvSpPr>
        <p:spPr>
          <a:xfrm>
            <a:off x="10202484" y="912242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8" name="Google Shape;308;p18"/>
          <p:cNvSpPr/>
          <p:nvPr/>
        </p:nvSpPr>
        <p:spPr>
          <a:xfrm>
            <a:off x="10308168" y="922329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9" name="Google Shape;309;p18"/>
          <p:cNvSpPr/>
          <p:nvPr/>
        </p:nvSpPr>
        <p:spPr>
          <a:xfrm>
            <a:off x="10437609" y="935804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0" name="Google Shape;310;p18"/>
          <p:cNvSpPr/>
          <p:nvPr/>
        </p:nvSpPr>
        <p:spPr>
          <a:xfrm>
            <a:off x="10658755" y="9245107"/>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1" name="Google Shape;311;p18"/>
          <p:cNvSpPr/>
          <p:nvPr/>
        </p:nvSpPr>
        <p:spPr>
          <a:xfrm>
            <a:off x="10857099" y="905677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2" name="Google Shape;312;p18"/>
          <p:cNvSpPr/>
          <p:nvPr/>
        </p:nvSpPr>
        <p:spPr>
          <a:xfrm>
            <a:off x="11247790" y="90418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3" name="Google Shape;313;p18"/>
          <p:cNvSpPr/>
          <p:nvPr/>
        </p:nvSpPr>
        <p:spPr>
          <a:xfrm>
            <a:off x="10231244" y="931477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4" name="Google Shape;314;p18"/>
          <p:cNvSpPr/>
          <p:nvPr/>
        </p:nvSpPr>
        <p:spPr>
          <a:xfrm>
            <a:off x="10605990"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5" name="Google Shape;315;p18"/>
          <p:cNvSpPr/>
          <p:nvPr/>
        </p:nvSpPr>
        <p:spPr>
          <a:xfrm>
            <a:off x="10686771" y="887905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6" name="Google Shape;316;p18"/>
          <p:cNvSpPr/>
          <p:nvPr/>
        </p:nvSpPr>
        <p:spPr>
          <a:xfrm>
            <a:off x="10872855"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7" name="Google Shape;317;p18"/>
          <p:cNvSpPr/>
          <p:nvPr/>
        </p:nvSpPr>
        <p:spPr>
          <a:xfrm>
            <a:off x="11056455" y="928009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8" name="Google Shape;318;p18"/>
          <p:cNvSpPr/>
          <p:nvPr/>
        </p:nvSpPr>
        <p:spPr>
          <a:xfrm>
            <a:off x="11283598" y="9194996"/>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0" name="Google Shape;320;p18"/>
          <p:cNvSpPr/>
          <p:nvPr/>
        </p:nvSpPr>
        <p:spPr>
          <a:xfrm>
            <a:off x="11751557" y="8810482"/>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321" name="Google Shape;321;p18"/>
          <p:cNvSpPr txBox="1"/>
          <p:nvPr/>
        </p:nvSpPr>
        <p:spPr>
          <a:xfrm>
            <a:off x="11798235" y="8646105"/>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322" name="Google Shape;322;p18"/>
          <p:cNvSpPr txBox="1"/>
          <p:nvPr/>
        </p:nvSpPr>
        <p:spPr>
          <a:xfrm>
            <a:off x="11803973" y="8948718"/>
            <a:ext cx="2017370"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Other engagement metric</a:t>
            </a:r>
            <a:endParaRPr sz="1200" dirty="0">
              <a:solidFill>
                <a:schemeClr val="dk1"/>
              </a:solidFill>
              <a:latin typeface="Source Sans 3"/>
              <a:ea typeface="Source Sans 3"/>
              <a:cs typeface="Source Sans 3"/>
              <a:sym typeface="Source Sans 3"/>
            </a:endParaRPr>
          </a:p>
        </p:txBody>
      </p:sp>
      <p:sp>
        <p:nvSpPr>
          <p:cNvPr id="323" name="Google Shape;323;p18"/>
          <p:cNvSpPr/>
          <p:nvPr/>
        </p:nvSpPr>
        <p:spPr>
          <a:xfrm>
            <a:off x="6343037" y="9333288"/>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4" name="Google Shape;324;p18"/>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p:cNvSpPr/>
          <p:nvPr/>
        </p:nvSpPr>
        <p:spPr>
          <a:xfrm>
            <a:off x="4194019" y="3262714"/>
            <a:ext cx="5130353" cy="3915503"/>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6" name="Google Shape;336;p18"/>
          <p:cNvSpPr/>
          <p:nvPr/>
        </p:nvSpPr>
        <p:spPr>
          <a:xfrm>
            <a:off x="7243638" y="5602980"/>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37" name="Google Shape;337;p18"/>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38" name="Google Shape;338;p18"/>
          <p:cNvSpPr/>
          <p:nvPr/>
        </p:nvSpPr>
        <p:spPr>
          <a:xfrm>
            <a:off x="6834280" y="4395123"/>
            <a:ext cx="204417" cy="17508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1" name="Google Shape;341;p18"/>
          <p:cNvSpPr/>
          <p:nvPr/>
        </p:nvSpPr>
        <p:spPr>
          <a:xfrm>
            <a:off x="6894178" y="5602980"/>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2" name="Google Shape;342;p18"/>
          <p:cNvSpPr/>
          <p:nvPr/>
        </p:nvSpPr>
        <p:spPr>
          <a:xfrm>
            <a:off x="6544679" y="5602980"/>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355" name="Google Shape;355;p18"/>
          <p:cNvSpPr/>
          <p:nvPr/>
        </p:nvSpPr>
        <p:spPr>
          <a:xfrm>
            <a:off x="7585229" y="9326938"/>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56" name="Google Shape;356;p18"/>
          <p:cNvSpPr/>
          <p:nvPr/>
        </p:nvSpPr>
        <p:spPr>
          <a:xfrm>
            <a:off x="5202562" y="9340089"/>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57" name="Google Shape;357;p18"/>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p:cNvGrpSpPr/>
          <p:nvPr/>
        </p:nvGrpSpPr>
        <p:grpSpPr>
          <a:xfrm>
            <a:off x="4419669" y="3921890"/>
            <a:ext cx="469333" cy="289208"/>
            <a:chOff x="3007175" y="1757600"/>
            <a:chExt cx="307200" cy="189300"/>
          </a:xfrm>
        </p:grpSpPr>
        <p:sp>
          <p:nvSpPr>
            <p:cNvPr id="360" name="Google Shape;360;p18"/>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p:cNvGrpSpPr/>
          <p:nvPr/>
        </p:nvGrpSpPr>
        <p:grpSpPr>
          <a:xfrm>
            <a:off x="4419669" y="4560327"/>
            <a:ext cx="469333" cy="289208"/>
            <a:chOff x="3007175" y="1757600"/>
            <a:chExt cx="307200" cy="189300"/>
          </a:xfrm>
        </p:grpSpPr>
        <p:sp>
          <p:nvSpPr>
            <p:cNvPr id="368" name="Google Shape;368;p18"/>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p:cNvGrpSpPr/>
          <p:nvPr/>
        </p:nvGrpSpPr>
        <p:grpSpPr>
          <a:xfrm>
            <a:off x="4419669" y="5447057"/>
            <a:ext cx="469333" cy="455125"/>
            <a:chOff x="3021975" y="2389850"/>
            <a:chExt cx="307200" cy="297900"/>
          </a:xfrm>
        </p:grpSpPr>
        <p:sp>
          <p:nvSpPr>
            <p:cNvPr id="378" name="Google Shape;378;p18"/>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p:cNvGrpSpPr/>
            <p:nvPr/>
          </p:nvGrpSpPr>
          <p:grpSpPr>
            <a:xfrm>
              <a:off x="3021975" y="2389850"/>
              <a:ext cx="307200" cy="295800"/>
              <a:chOff x="3021975" y="2389850"/>
              <a:chExt cx="307200" cy="295800"/>
            </a:xfrm>
          </p:grpSpPr>
          <p:sp>
            <p:nvSpPr>
              <p:cNvPr id="380" name="Google Shape;380;p18"/>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p:cNvSpPr txBox="1"/>
          <p:nvPr/>
        </p:nvSpPr>
        <p:spPr>
          <a:xfrm>
            <a:off x="5924475" y="2930048"/>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13198C32-99EE-7F63-6F3C-E2EC87C2521E}"/>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0992BB8A-8292-1DF5-5124-D1F4AF95454E}"/>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DCDF55CE-B8D4-87E1-D1FB-104262C560AB}"/>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6B37EE08-E869-E0D4-DAF7-8203AFB5CC16}"/>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45E6A559-B5D8-607F-3822-905D2E6FBF81}"/>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7A1087CD-A0C8-38F2-61C9-96D1E97311A9}"/>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31" name="Google Shape;292;p18">
            <a:extLst>
              <a:ext uri="{FF2B5EF4-FFF2-40B4-BE49-F238E27FC236}">
                <a16:creationId xmlns:a16="http://schemas.microsoft.com/office/drawing/2014/main" id="{8D29E37D-9CE8-76EE-FFD3-9DDCF5A275B0}"/>
              </a:ext>
            </a:extLst>
          </p:cNvPr>
          <p:cNvSpPr/>
          <p:nvPr/>
        </p:nvSpPr>
        <p:spPr>
          <a:xfrm>
            <a:off x="9718927" y="62169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2" name="Google Shape;293;p18">
            <a:extLst>
              <a:ext uri="{FF2B5EF4-FFF2-40B4-BE49-F238E27FC236}">
                <a16:creationId xmlns:a16="http://schemas.microsoft.com/office/drawing/2014/main" id="{10D606B3-3836-9766-01AE-7B65BC971B11}"/>
              </a:ext>
            </a:extLst>
          </p:cNvPr>
          <p:cNvSpPr txBox="1"/>
          <p:nvPr/>
        </p:nvSpPr>
        <p:spPr>
          <a:xfrm>
            <a:off x="9611682" y="61842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4" name="Google Shape;292;p18">
            <a:extLst>
              <a:ext uri="{FF2B5EF4-FFF2-40B4-BE49-F238E27FC236}">
                <a16:creationId xmlns:a16="http://schemas.microsoft.com/office/drawing/2014/main" id="{A5D91CD7-A9FC-208D-9A05-AAA2DD940FF2}"/>
              </a:ext>
            </a:extLst>
          </p:cNvPr>
          <p:cNvSpPr/>
          <p:nvPr/>
        </p:nvSpPr>
        <p:spPr>
          <a:xfrm>
            <a:off x="12415849" y="606000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5" name="Google Shape;293;p18">
            <a:extLst>
              <a:ext uri="{FF2B5EF4-FFF2-40B4-BE49-F238E27FC236}">
                <a16:creationId xmlns:a16="http://schemas.microsoft.com/office/drawing/2014/main" id="{EBF4A3A2-C877-F5B6-ADB2-065EDE93998B}"/>
              </a:ext>
            </a:extLst>
          </p:cNvPr>
          <p:cNvSpPr txBox="1"/>
          <p:nvPr/>
        </p:nvSpPr>
        <p:spPr>
          <a:xfrm>
            <a:off x="12308604" y="602736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6" name="Google Shape;292;p18">
            <a:extLst>
              <a:ext uri="{FF2B5EF4-FFF2-40B4-BE49-F238E27FC236}">
                <a16:creationId xmlns:a16="http://schemas.microsoft.com/office/drawing/2014/main" id="{64CCA78E-B903-AD9A-3008-C1A5B19EEA1D}"/>
              </a:ext>
            </a:extLst>
          </p:cNvPr>
          <p:cNvSpPr/>
          <p:nvPr/>
        </p:nvSpPr>
        <p:spPr>
          <a:xfrm>
            <a:off x="9595321" y="59277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7" name="Google Shape;293;p18">
            <a:extLst>
              <a:ext uri="{FF2B5EF4-FFF2-40B4-BE49-F238E27FC236}">
                <a16:creationId xmlns:a16="http://schemas.microsoft.com/office/drawing/2014/main" id="{0448E644-CAEF-9AC3-3E9D-1DA81204D458}"/>
              </a:ext>
            </a:extLst>
          </p:cNvPr>
          <p:cNvSpPr txBox="1"/>
          <p:nvPr/>
        </p:nvSpPr>
        <p:spPr>
          <a:xfrm>
            <a:off x="9488076" y="58951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8" name="Google Shape;292;p18">
            <a:extLst>
              <a:ext uri="{FF2B5EF4-FFF2-40B4-BE49-F238E27FC236}">
                <a16:creationId xmlns:a16="http://schemas.microsoft.com/office/drawing/2014/main" id="{E246F815-2856-F569-D1C8-ACB555045F19}"/>
              </a:ext>
            </a:extLst>
          </p:cNvPr>
          <p:cNvSpPr/>
          <p:nvPr/>
        </p:nvSpPr>
        <p:spPr>
          <a:xfrm>
            <a:off x="9847384" y="59359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9" name="Google Shape;293;p18">
            <a:extLst>
              <a:ext uri="{FF2B5EF4-FFF2-40B4-BE49-F238E27FC236}">
                <a16:creationId xmlns:a16="http://schemas.microsoft.com/office/drawing/2014/main" id="{E017E7A4-1E50-0875-4E07-08714C61AD76}"/>
              </a:ext>
            </a:extLst>
          </p:cNvPr>
          <p:cNvSpPr txBox="1"/>
          <p:nvPr/>
        </p:nvSpPr>
        <p:spPr>
          <a:xfrm>
            <a:off x="9740139" y="590334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440" name="Google Shape;248;p18">
            <a:extLst>
              <a:ext uri="{FF2B5EF4-FFF2-40B4-BE49-F238E27FC236}">
                <a16:creationId xmlns:a16="http://schemas.microsoft.com/office/drawing/2014/main" id="{39B28A1C-719B-04B3-15D2-E3AB856867DC}"/>
              </a:ext>
            </a:extLst>
          </p:cNvPr>
          <p:cNvPicPr preferRelativeResize="0"/>
          <p:nvPr/>
        </p:nvPicPr>
        <p:blipFill>
          <a:blip r:embed="rId8">
            <a:alphaModFix/>
          </a:blip>
          <a:stretch>
            <a:fillRect/>
          </a:stretch>
        </p:blipFill>
        <p:spPr>
          <a:xfrm>
            <a:off x="9996288" y="6542402"/>
            <a:ext cx="809211" cy="470250"/>
          </a:xfrm>
          <a:prstGeom prst="rect">
            <a:avLst/>
          </a:prstGeom>
          <a:noFill/>
          <a:ln>
            <a:noFill/>
          </a:ln>
        </p:spPr>
      </p:pic>
      <p:cxnSp>
        <p:nvCxnSpPr>
          <p:cNvPr id="441" name="Google Shape;249;p18">
            <a:extLst>
              <a:ext uri="{FF2B5EF4-FFF2-40B4-BE49-F238E27FC236}">
                <a16:creationId xmlns:a16="http://schemas.microsoft.com/office/drawing/2014/main" id="{687C8BB6-D9AD-A790-8941-940E17B0607E}"/>
              </a:ext>
            </a:extLst>
          </p:cNvPr>
          <p:cNvCxnSpPr>
            <a:cxnSpLocks/>
          </p:cNvCxnSpPr>
          <p:nvPr/>
        </p:nvCxnSpPr>
        <p:spPr>
          <a:xfrm>
            <a:off x="10132373" y="7086156"/>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44" name="Google Shape;253;p18">
            <a:extLst>
              <a:ext uri="{FF2B5EF4-FFF2-40B4-BE49-F238E27FC236}">
                <a16:creationId xmlns:a16="http://schemas.microsoft.com/office/drawing/2014/main" id="{C6AE2E8A-7E8B-214B-0434-98DE55C9996D}"/>
              </a:ext>
            </a:extLst>
          </p:cNvPr>
          <p:cNvSpPr txBox="1"/>
          <p:nvPr/>
        </p:nvSpPr>
        <p:spPr>
          <a:xfrm>
            <a:off x="10592139" y="6542094"/>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445" name="Google Shape;254;p18">
            <a:extLst>
              <a:ext uri="{FF2B5EF4-FFF2-40B4-BE49-F238E27FC236}">
                <a16:creationId xmlns:a16="http://schemas.microsoft.com/office/drawing/2014/main" id="{25056591-F81F-BCF3-C17D-37613A887C56}"/>
              </a:ext>
            </a:extLst>
          </p:cNvPr>
          <p:cNvSpPr txBox="1"/>
          <p:nvPr/>
        </p:nvSpPr>
        <p:spPr>
          <a:xfrm>
            <a:off x="11815090" y="6540729"/>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6" name="Google Shape;255;p18">
            <a:extLst>
              <a:ext uri="{FF2B5EF4-FFF2-40B4-BE49-F238E27FC236}">
                <a16:creationId xmlns:a16="http://schemas.microsoft.com/office/drawing/2014/main" id="{D0F21F35-2FAF-D53B-06CA-7645BE304477}"/>
              </a:ext>
            </a:extLst>
          </p:cNvPr>
          <p:cNvSpPr txBox="1"/>
          <p:nvPr/>
        </p:nvSpPr>
        <p:spPr>
          <a:xfrm>
            <a:off x="12507066" y="6540415"/>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7" name="Google Shape;292;p18">
            <a:extLst>
              <a:ext uri="{FF2B5EF4-FFF2-40B4-BE49-F238E27FC236}">
                <a16:creationId xmlns:a16="http://schemas.microsoft.com/office/drawing/2014/main" id="{610D42DA-AFAF-67B3-815A-34D9BBC29698}"/>
              </a:ext>
            </a:extLst>
          </p:cNvPr>
          <p:cNvSpPr/>
          <p:nvPr/>
        </p:nvSpPr>
        <p:spPr>
          <a:xfrm>
            <a:off x="12275152" y="663834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48" name="Google Shape;293;p18">
            <a:extLst>
              <a:ext uri="{FF2B5EF4-FFF2-40B4-BE49-F238E27FC236}">
                <a16:creationId xmlns:a16="http://schemas.microsoft.com/office/drawing/2014/main" id="{E573AF45-84B7-314B-14B7-43AE3D52F2D6}"/>
              </a:ext>
            </a:extLst>
          </p:cNvPr>
          <p:cNvSpPr txBox="1"/>
          <p:nvPr/>
        </p:nvSpPr>
        <p:spPr>
          <a:xfrm>
            <a:off x="12136949" y="6605704"/>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sp>
        <p:nvSpPr>
          <p:cNvPr id="449" name="Google Shape;292;p18">
            <a:extLst>
              <a:ext uri="{FF2B5EF4-FFF2-40B4-BE49-F238E27FC236}">
                <a16:creationId xmlns:a16="http://schemas.microsoft.com/office/drawing/2014/main" id="{0F33A6BB-A9CD-146B-40DE-E3CF2E0F33EC}"/>
              </a:ext>
            </a:extLst>
          </p:cNvPr>
          <p:cNvSpPr/>
          <p:nvPr/>
        </p:nvSpPr>
        <p:spPr>
          <a:xfrm>
            <a:off x="10133051" y="67695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0" name="Google Shape;293;p18">
            <a:extLst>
              <a:ext uri="{FF2B5EF4-FFF2-40B4-BE49-F238E27FC236}">
                <a16:creationId xmlns:a16="http://schemas.microsoft.com/office/drawing/2014/main" id="{EF05C400-2033-790A-54E5-B219915A13E0}"/>
              </a:ext>
            </a:extLst>
          </p:cNvPr>
          <p:cNvSpPr txBox="1"/>
          <p:nvPr/>
        </p:nvSpPr>
        <p:spPr>
          <a:xfrm>
            <a:off x="10025806" y="67368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451" name="Google Shape;292;p18">
            <a:extLst>
              <a:ext uri="{FF2B5EF4-FFF2-40B4-BE49-F238E27FC236}">
                <a16:creationId xmlns:a16="http://schemas.microsoft.com/office/drawing/2014/main" id="{4F7E9BE9-EE01-FA2B-05F8-BF65E3248C85}"/>
              </a:ext>
            </a:extLst>
          </p:cNvPr>
          <p:cNvSpPr/>
          <p:nvPr/>
        </p:nvSpPr>
        <p:spPr>
          <a:xfrm>
            <a:off x="12952192" y="663385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2" name="Google Shape;293;p18">
            <a:extLst>
              <a:ext uri="{FF2B5EF4-FFF2-40B4-BE49-F238E27FC236}">
                <a16:creationId xmlns:a16="http://schemas.microsoft.com/office/drawing/2014/main" id="{DA530F56-55EB-FCE4-3EDE-0E71CB547B2D}"/>
              </a:ext>
            </a:extLst>
          </p:cNvPr>
          <p:cNvSpPr txBox="1"/>
          <p:nvPr/>
        </p:nvSpPr>
        <p:spPr>
          <a:xfrm>
            <a:off x="12844947" y="6601222"/>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3" name="Google Shape;292;p18">
            <a:extLst>
              <a:ext uri="{FF2B5EF4-FFF2-40B4-BE49-F238E27FC236}">
                <a16:creationId xmlns:a16="http://schemas.microsoft.com/office/drawing/2014/main" id="{404389C2-898B-1F0F-99E0-8A3969A0391E}"/>
              </a:ext>
            </a:extLst>
          </p:cNvPr>
          <p:cNvSpPr/>
          <p:nvPr/>
        </p:nvSpPr>
        <p:spPr>
          <a:xfrm>
            <a:off x="10131664" y="650159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4" name="Google Shape;293;p18">
            <a:extLst>
              <a:ext uri="{FF2B5EF4-FFF2-40B4-BE49-F238E27FC236}">
                <a16:creationId xmlns:a16="http://schemas.microsoft.com/office/drawing/2014/main" id="{09A0316D-8D2B-206B-1DB3-292A70E0C6CA}"/>
              </a:ext>
            </a:extLst>
          </p:cNvPr>
          <p:cNvSpPr txBox="1"/>
          <p:nvPr/>
        </p:nvSpPr>
        <p:spPr>
          <a:xfrm>
            <a:off x="9995847" y="6466573"/>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455" name="Google Shape;292;p18">
            <a:extLst>
              <a:ext uri="{FF2B5EF4-FFF2-40B4-BE49-F238E27FC236}">
                <a16:creationId xmlns:a16="http://schemas.microsoft.com/office/drawing/2014/main" id="{A8D677EC-AA6F-D898-FF60-02D21BCBEE82}"/>
              </a:ext>
            </a:extLst>
          </p:cNvPr>
          <p:cNvSpPr/>
          <p:nvPr/>
        </p:nvSpPr>
        <p:spPr>
          <a:xfrm>
            <a:off x="10383727" y="65098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6" name="Google Shape;293;p18">
            <a:extLst>
              <a:ext uri="{FF2B5EF4-FFF2-40B4-BE49-F238E27FC236}">
                <a16:creationId xmlns:a16="http://schemas.microsoft.com/office/drawing/2014/main" id="{E4D12107-34B2-1308-5AE5-7029CC5F8AE2}"/>
              </a:ext>
            </a:extLst>
          </p:cNvPr>
          <p:cNvSpPr txBox="1"/>
          <p:nvPr/>
        </p:nvSpPr>
        <p:spPr>
          <a:xfrm>
            <a:off x="10276482" y="64772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7" name="Google Shape;292;p18">
            <a:extLst>
              <a:ext uri="{FF2B5EF4-FFF2-40B4-BE49-F238E27FC236}">
                <a16:creationId xmlns:a16="http://schemas.microsoft.com/office/drawing/2014/main" id="{96233931-5167-07BA-C30D-E57015F13D8B}"/>
              </a:ext>
            </a:extLst>
          </p:cNvPr>
          <p:cNvSpPr/>
          <p:nvPr/>
        </p:nvSpPr>
        <p:spPr>
          <a:xfrm>
            <a:off x="10396023" y="677814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8" name="Google Shape;293;p18">
            <a:extLst>
              <a:ext uri="{FF2B5EF4-FFF2-40B4-BE49-F238E27FC236}">
                <a16:creationId xmlns:a16="http://schemas.microsoft.com/office/drawing/2014/main" id="{6B4EAA3A-1B05-0085-A896-61073E119BF3}"/>
              </a:ext>
            </a:extLst>
          </p:cNvPr>
          <p:cNvSpPr txBox="1"/>
          <p:nvPr/>
        </p:nvSpPr>
        <p:spPr>
          <a:xfrm>
            <a:off x="10257822" y="6743127"/>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464" name="Google Shape;389;p18">
            <a:extLst>
              <a:ext uri="{FF2B5EF4-FFF2-40B4-BE49-F238E27FC236}">
                <a16:creationId xmlns:a16="http://schemas.microsoft.com/office/drawing/2014/main" id="{59F86FB2-8D90-7C98-5C2C-E82DF97F6E5A}"/>
              </a:ext>
            </a:extLst>
          </p:cNvPr>
          <p:cNvCxnSpPr>
            <a:cxnSpLocks/>
          </p:cNvCxnSpPr>
          <p:nvPr/>
        </p:nvCxnSpPr>
        <p:spPr>
          <a:xfrm>
            <a:off x="10377835" y="7212507"/>
            <a:ext cx="0" cy="325081"/>
          </a:xfrm>
          <a:prstGeom prst="straightConnector1">
            <a:avLst/>
          </a:prstGeom>
          <a:noFill/>
          <a:ln w="28575" cap="flat" cmpd="sng">
            <a:solidFill>
              <a:schemeClr val="dk2"/>
            </a:solidFill>
            <a:prstDash val="dot"/>
            <a:round/>
            <a:headEnd type="none" w="med" len="med"/>
            <a:tailEnd type="none" w="med" len="med"/>
          </a:ln>
        </p:spPr>
      </p:cxnSp>
      <p:pic>
        <p:nvPicPr>
          <p:cNvPr id="481" name="Google Shape;248;p18">
            <a:extLst>
              <a:ext uri="{FF2B5EF4-FFF2-40B4-BE49-F238E27FC236}">
                <a16:creationId xmlns:a16="http://schemas.microsoft.com/office/drawing/2014/main" id="{87AF15A5-B9DF-FA94-E24F-C1A7B9938AB6}"/>
              </a:ext>
            </a:extLst>
          </p:cNvPr>
          <p:cNvPicPr preferRelativeResize="0"/>
          <p:nvPr/>
        </p:nvPicPr>
        <p:blipFill>
          <a:blip r:embed="rId8">
            <a:alphaModFix/>
          </a:blip>
          <a:stretch>
            <a:fillRect/>
          </a:stretch>
        </p:blipFill>
        <p:spPr>
          <a:xfrm>
            <a:off x="10537916" y="7512558"/>
            <a:ext cx="809211" cy="470250"/>
          </a:xfrm>
          <a:prstGeom prst="rect">
            <a:avLst/>
          </a:prstGeom>
          <a:noFill/>
          <a:ln>
            <a:noFill/>
          </a:ln>
        </p:spPr>
      </p:pic>
      <p:cxnSp>
        <p:nvCxnSpPr>
          <p:cNvPr id="482" name="Google Shape;249;p18">
            <a:extLst>
              <a:ext uri="{FF2B5EF4-FFF2-40B4-BE49-F238E27FC236}">
                <a16:creationId xmlns:a16="http://schemas.microsoft.com/office/drawing/2014/main" id="{9F8FAAEE-A8B0-3743-85AA-03FE16605F27}"/>
              </a:ext>
            </a:extLst>
          </p:cNvPr>
          <p:cNvCxnSpPr>
            <a:cxnSpLocks/>
          </p:cNvCxnSpPr>
          <p:nvPr/>
        </p:nvCxnSpPr>
        <p:spPr>
          <a:xfrm>
            <a:off x="10674001" y="8056312"/>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83" name="Google Shape;253;p18">
            <a:extLst>
              <a:ext uri="{FF2B5EF4-FFF2-40B4-BE49-F238E27FC236}">
                <a16:creationId xmlns:a16="http://schemas.microsoft.com/office/drawing/2014/main" id="{CB6CAB54-1FBB-9E46-8E3E-6F4761D8100E}"/>
              </a:ext>
            </a:extLst>
          </p:cNvPr>
          <p:cNvSpPr txBox="1"/>
          <p:nvPr/>
        </p:nvSpPr>
        <p:spPr>
          <a:xfrm>
            <a:off x="11133767" y="7512250"/>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484" name="Google Shape;254;p18">
            <a:extLst>
              <a:ext uri="{FF2B5EF4-FFF2-40B4-BE49-F238E27FC236}">
                <a16:creationId xmlns:a16="http://schemas.microsoft.com/office/drawing/2014/main" id="{531235E7-341F-B5B0-54B8-4E92E034F77D}"/>
              </a:ext>
            </a:extLst>
          </p:cNvPr>
          <p:cNvSpPr txBox="1"/>
          <p:nvPr/>
        </p:nvSpPr>
        <p:spPr>
          <a:xfrm>
            <a:off x="12356718" y="7510885"/>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5" name="Google Shape;255;p18">
            <a:extLst>
              <a:ext uri="{FF2B5EF4-FFF2-40B4-BE49-F238E27FC236}">
                <a16:creationId xmlns:a16="http://schemas.microsoft.com/office/drawing/2014/main" id="{FC7CD3C4-EA4A-B9AF-65B2-82102D0AAA39}"/>
              </a:ext>
            </a:extLst>
          </p:cNvPr>
          <p:cNvSpPr txBox="1"/>
          <p:nvPr/>
        </p:nvSpPr>
        <p:spPr>
          <a:xfrm>
            <a:off x="13048694" y="7510571"/>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6" name="Google Shape;292;p18">
            <a:extLst>
              <a:ext uri="{FF2B5EF4-FFF2-40B4-BE49-F238E27FC236}">
                <a16:creationId xmlns:a16="http://schemas.microsoft.com/office/drawing/2014/main" id="{FF7E16B0-C1BD-4C25-25C6-898B30C3D590}"/>
              </a:ext>
            </a:extLst>
          </p:cNvPr>
          <p:cNvSpPr/>
          <p:nvPr/>
        </p:nvSpPr>
        <p:spPr>
          <a:xfrm>
            <a:off x="12816780" y="7608497"/>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7" name="Google Shape;293;p18">
            <a:extLst>
              <a:ext uri="{FF2B5EF4-FFF2-40B4-BE49-F238E27FC236}">
                <a16:creationId xmlns:a16="http://schemas.microsoft.com/office/drawing/2014/main" id="{B019629B-BB78-1BE2-0B67-AE2965C366BE}"/>
              </a:ext>
            </a:extLst>
          </p:cNvPr>
          <p:cNvSpPr txBox="1"/>
          <p:nvPr/>
        </p:nvSpPr>
        <p:spPr>
          <a:xfrm>
            <a:off x="12764385" y="7592943"/>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88" name="Google Shape;292;p18">
            <a:extLst>
              <a:ext uri="{FF2B5EF4-FFF2-40B4-BE49-F238E27FC236}">
                <a16:creationId xmlns:a16="http://schemas.microsoft.com/office/drawing/2014/main" id="{DA42B4FE-398E-DBB8-4B7E-1ADF5C5DE08A}"/>
              </a:ext>
            </a:extLst>
          </p:cNvPr>
          <p:cNvSpPr/>
          <p:nvPr/>
        </p:nvSpPr>
        <p:spPr>
          <a:xfrm>
            <a:off x="10674679" y="7739691"/>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9" name="Google Shape;293;p18">
            <a:extLst>
              <a:ext uri="{FF2B5EF4-FFF2-40B4-BE49-F238E27FC236}">
                <a16:creationId xmlns:a16="http://schemas.microsoft.com/office/drawing/2014/main" id="{EE0DDF4A-3788-090F-4DD3-CA3D8E77BA9A}"/>
              </a:ext>
            </a:extLst>
          </p:cNvPr>
          <p:cNvSpPr txBox="1"/>
          <p:nvPr/>
        </p:nvSpPr>
        <p:spPr>
          <a:xfrm>
            <a:off x="10617654" y="7712426"/>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0" name="Google Shape;292;p18">
            <a:extLst>
              <a:ext uri="{FF2B5EF4-FFF2-40B4-BE49-F238E27FC236}">
                <a16:creationId xmlns:a16="http://schemas.microsoft.com/office/drawing/2014/main" id="{80180304-0D3C-3032-EDF9-2C02C032B19B}"/>
              </a:ext>
            </a:extLst>
          </p:cNvPr>
          <p:cNvSpPr/>
          <p:nvPr/>
        </p:nvSpPr>
        <p:spPr>
          <a:xfrm>
            <a:off x="13493820" y="7604015"/>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1" name="Google Shape;293;p18">
            <a:extLst>
              <a:ext uri="{FF2B5EF4-FFF2-40B4-BE49-F238E27FC236}">
                <a16:creationId xmlns:a16="http://schemas.microsoft.com/office/drawing/2014/main" id="{824E392D-3CF0-F2C7-6E93-A8DE6BA256D3}"/>
              </a:ext>
            </a:extLst>
          </p:cNvPr>
          <p:cNvSpPr txBox="1"/>
          <p:nvPr/>
        </p:nvSpPr>
        <p:spPr>
          <a:xfrm>
            <a:off x="13436986" y="7585671"/>
            <a:ext cx="35745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2" name="Google Shape;292;p18">
            <a:extLst>
              <a:ext uri="{FF2B5EF4-FFF2-40B4-BE49-F238E27FC236}">
                <a16:creationId xmlns:a16="http://schemas.microsoft.com/office/drawing/2014/main" id="{F65E4EBA-F7EB-360E-1A45-451DCDE05C65}"/>
              </a:ext>
            </a:extLst>
          </p:cNvPr>
          <p:cNvSpPr/>
          <p:nvPr/>
        </p:nvSpPr>
        <p:spPr>
          <a:xfrm>
            <a:off x="10687779" y="747395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3" name="Google Shape;293;p18">
            <a:extLst>
              <a:ext uri="{FF2B5EF4-FFF2-40B4-BE49-F238E27FC236}">
                <a16:creationId xmlns:a16="http://schemas.microsoft.com/office/drawing/2014/main" id="{85556812-CFA8-F3AD-F411-947385875890}"/>
              </a:ext>
            </a:extLst>
          </p:cNvPr>
          <p:cNvSpPr txBox="1"/>
          <p:nvPr/>
        </p:nvSpPr>
        <p:spPr>
          <a:xfrm>
            <a:off x="10633156" y="7446941"/>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9" name="Google Shape;320;p18">
            <a:extLst>
              <a:ext uri="{FF2B5EF4-FFF2-40B4-BE49-F238E27FC236}">
                <a16:creationId xmlns:a16="http://schemas.microsoft.com/office/drawing/2014/main" id="{70077835-557A-4490-3248-AF64269B82BB}"/>
              </a:ext>
            </a:extLst>
          </p:cNvPr>
          <p:cNvSpPr/>
          <p:nvPr/>
        </p:nvSpPr>
        <p:spPr>
          <a:xfrm>
            <a:off x="11757310" y="9109365"/>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02" name="Google Shape;292;p18">
            <a:extLst>
              <a:ext uri="{FF2B5EF4-FFF2-40B4-BE49-F238E27FC236}">
                <a16:creationId xmlns:a16="http://schemas.microsoft.com/office/drawing/2014/main" id="{E90CB31B-A4CC-5F90-882E-9DEF4657EAFC}"/>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EDB72C89-F626-120F-A901-A3612050CB87}"/>
              </a:ext>
            </a:extLst>
          </p:cNvPr>
          <p:cNvSpPr txBox="1"/>
          <p:nvPr/>
        </p:nvSpPr>
        <p:spPr>
          <a:xfrm>
            <a:off x="5732808" y="63140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4844A1F5-8F04-8736-D5AD-21305186BCFA}"/>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48B1E404-9D29-62C7-85BF-4785E944615F}"/>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3F2021AC-0EDB-2CF6-ADB7-03DA8820751C}"/>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3A57AA52-82FE-9DA6-26BA-36174BA6A9DA}"/>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0B6A9942-4F31-5F23-416C-325378A76AB6}"/>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0D75727F-6635-8FCE-DEF4-9F1E8F04B80C}"/>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C9AC9172-BABA-9880-A02F-AB887C69A24E}"/>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DF00ADE-7E3E-B960-B24C-074FE5260E34}"/>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9DB21346-3041-7874-BD76-5D16CA38A7DA}"/>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50514987-150D-98A6-B41A-905764620EE2}"/>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03B52AC2-A6A0-1177-37A4-899FEB763273}"/>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93191606-C18C-2491-038B-07088F46F1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cxnSp>
        <p:nvCxnSpPr>
          <p:cNvPr id="212" name="Google Shape;212;p18">
            <a:extLst>
              <a:ext uri="{FF2B5EF4-FFF2-40B4-BE49-F238E27FC236}">
                <a16:creationId xmlns:a16="http://schemas.microsoft.com/office/drawing/2014/main" id="{A6681BA4-6769-E10F-88EB-9F10AE5FE0F7}"/>
              </a:ext>
            </a:extLst>
          </p:cNvPr>
          <p:cNvCxnSpPr>
            <a:cxnSpLocks/>
          </p:cNvCxnSpPr>
          <p:nvPr/>
        </p:nvCxnSpPr>
        <p:spPr>
          <a:xfrm rot="10800000">
            <a:off x="10806713" y="9657332"/>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213" name="Google Shape;213;p18">
            <a:extLst>
              <a:ext uri="{FF2B5EF4-FFF2-40B4-BE49-F238E27FC236}">
                <a16:creationId xmlns:a16="http://schemas.microsoft.com/office/drawing/2014/main" id="{56A12A49-8731-C3BF-3E73-E7DEC1DD7139}"/>
              </a:ext>
            </a:extLst>
          </p:cNvPr>
          <p:cNvCxnSpPr>
            <a:cxnSpLocks/>
          </p:cNvCxnSpPr>
          <p:nvPr/>
        </p:nvCxnSpPr>
        <p:spPr>
          <a:xfrm rot="10800000">
            <a:off x="10800827" y="9552934"/>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214" name="Google Shape;214;p18">
            <a:extLst>
              <a:ext uri="{FF2B5EF4-FFF2-40B4-BE49-F238E27FC236}">
                <a16:creationId xmlns:a16="http://schemas.microsoft.com/office/drawing/2014/main" id="{12D1955F-6AAD-3E2A-9D82-942AB2C4740E}"/>
              </a:ext>
            </a:extLst>
          </p:cNvPr>
          <p:cNvCxnSpPr>
            <a:cxnSpLocks/>
          </p:cNvCxnSpPr>
          <p:nvPr/>
        </p:nvCxnSpPr>
        <p:spPr>
          <a:xfrm flipH="1">
            <a:off x="10875492" y="9518435"/>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215" name="Google Shape;215;p18">
            <a:extLst>
              <a:ext uri="{FF2B5EF4-FFF2-40B4-BE49-F238E27FC236}">
                <a16:creationId xmlns:a16="http://schemas.microsoft.com/office/drawing/2014/main" id="{411F2E6D-6BCD-32A2-0B3F-49C6F49D98A6}"/>
              </a:ext>
            </a:extLst>
          </p:cNvPr>
          <p:cNvSpPr/>
          <p:nvPr/>
        </p:nvSpPr>
        <p:spPr>
          <a:xfrm>
            <a:off x="10851819" y="963711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216" name="Google Shape;216;p18">
            <a:extLst>
              <a:ext uri="{FF2B5EF4-FFF2-40B4-BE49-F238E27FC236}">
                <a16:creationId xmlns:a16="http://schemas.microsoft.com/office/drawing/2014/main" id="{32B4DC77-A29C-E651-9D6E-7E8241163F4E}"/>
              </a:ext>
            </a:extLst>
          </p:cNvPr>
          <p:cNvPicPr preferRelativeResize="0"/>
          <p:nvPr/>
        </p:nvPicPr>
        <p:blipFill>
          <a:blip r:embed="rId5">
            <a:alphaModFix/>
          </a:blip>
          <a:stretch>
            <a:fillRect/>
          </a:stretch>
        </p:blipFill>
        <p:spPr>
          <a:xfrm>
            <a:off x="297143" y="8415155"/>
            <a:ext cx="3795917" cy="1607085"/>
          </a:xfrm>
          <a:prstGeom prst="rect">
            <a:avLst/>
          </a:prstGeom>
          <a:noFill/>
          <a:ln>
            <a:noFill/>
          </a:ln>
        </p:spPr>
      </p:pic>
      <p:pic>
        <p:nvPicPr>
          <p:cNvPr id="217" name="Google Shape;217;p18">
            <a:extLst>
              <a:ext uri="{FF2B5EF4-FFF2-40B4-BE49-F238E27FC236}">
                <a16:creationId xmlns:a16="http://schemas.microsoft.com/office/drawing/2014/main" id="{B57EE6F4-31CD-971F-E98E-918F6AD3A793}"/>
              </a:ext>
            </a:extLst>
          </p:cNvPr>
          <p:cNvPicPr preferRelativeResize="0"/>
          <p:nvPr/>
        </p:nvPicPr>
        <p:blipFill>
          <a:blip r:embed="rId5">
            <a:alphaModFix/>
          </a:blip>
          <a:stretch>
            <a:fillRect/>
          </a:stretch>
        </p:blipFill>
        <p:spPr>
          <a:xfrm>
            <a:off x="252420" y="3339655"/>
            <a:ext cx="3830026" cy="4314370"/>
          </a:xfrm>
          <a:prstGeom prst="rect">
            <a:avLst/>
          </a:prstGeom>
          <a:noFill/>
          <a:ln>
            <a:noFill/>
          </a:ln>
        </p:spPr>
      </p:pic>
      <p:sp>
        <p:nvSpPr>
          <p:cNvPr id="220" name="Google Shape;220;p18">
            <a:extLst>
              <a:ext uri="{FF2B5EF4-FFF2-40B4-BE49-F238E27FC236}">
                <a16:creationId xmlns:a16="http://schemas.microsoft.com/office/drawing/2014/main" id="{8C08EDA0-788F-B985-0B01-6ABB35DB5929}"/>
              </a:ext>
            </a:extLst>
          </p:cNvPr>
          <p:cNvSpPr txBox="1"/>
          <p:nvPr/>
        </p:nvSpPr>
        <p:spPr>
          <a:xfrm>
            <a:off x="9398473" y="2540774"/>
            <a:ext cx="4001250" cy="846542"/>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198ADE6F-0164-8346-45C3-8E41CC8F6E41}"/>
              </a:ext>
            </a:extLst>
          </p:cNvPr>
          <p:cNvSpPr txBox="1"/>
          <p:nvPr/>
        </p:nvSpPr>
        <p:spPr>
          <a:xfrm>
            <a:off x="131971" y="121385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522B9739-48C9-8E64-3A68-8CC39CBD5BD8}"/>
              </a:ext>
            </a:extLst>
          </p:cNvPr>
          <p:cNvSpPr txBox="1"/>
          <p:nvPr/>
        </p:nvSpPr>
        <p:spPr>
          <a:xfrm>
            <a:off x="4280610" y="1213853"/>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563ED3EE-9AB9-3A06-7217-6F8122792B59}"/>
              </a:ext>
            </a:extLst>
          </p:cNvPr>
          <p:cNvSpPr txBox="1"/>
          <p:nvPr/>
        </p:nvSpPr>
        <p:spPr>
          <a:xfrm>
            <a:off x="9305573" y="3347884"/>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BAE1E744-55AC-722A-C83E-D31C5848D3AA}"/>
              </a:ext>
            </a:extLst>
          </p:cNvPr>
          <p:cNvSpPr txBox="1"/>
          <p:nvPr/>
        </p:nvSpPr>
        <p:spPr>
          <a:xfrm>
            <a:off x="252420" y="3353258"/>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3F891249-5C9A-6735-9727-1D36AA553B60}"/>
              </a:ext>
            </a:extLst>
          </p:cNvPr>
          <p:cNvSpPr txBox="1"/>
          <p:nvPr/>
        </p:nvSpPr>
        <p:spPr>
          <a:xfrm>
            <a:off x="9226985" y="1277387"/>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0DA3F40F-CC86-3ABA-981C-01F958E09FFA}"/>
              </a:ext>
            </a:extLst>
          </p:cNvPr>
          <p:cNvSpPr txBox="1"/>
          <p:nvPr/>
        </p:nvSpPr>
        <p:spPr>
          <a:xfrm>
            <a:off x="9423375" y="2531149"/>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911DE79A-B240-C0CE-8169-FA7E6329052E}"/>
              </a:ext>
            </a:extLst>
          </p:cNvPr>
          <p:cNvSpPr txBox="1"/>
          <p:nvPr/>
        </p:nvSpPr>
        <p:spPr>
          <a:xfrm>
            <a:off x="9226985" y="1666130"/>
            <a:ext cx="4398167" cy="928413"/>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4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0219E2F0-1732-8AA7-6DA0-1D036E8709AD}"/>
              </a:ext>
            </a:extLst>
          </p:cNvPr>
          <p:cNvSpPr txBox="1"/>
          <p:nvPr/>
        </p:nvSpPr>
        <p:spPr>
          <a:xfrm>
            <a:off x="128430" y="1705209"/>
            <a:ext cx="4205208" cy="1574744"/>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provides support for the download of comment data from multiple sources e.g. GitHub, Jira, and mailing lists  (see the refresher cheatsheet). This cheatsheet covers how to take these comments and apply a sentiment to them using a machine learning classifier for sentiment analysis.</a:t>
            </a:r>
            <a:endParaRPr sz="1400" dirty="0">
              <a:solidFill>
                <a:schemeClr val="dk2"/>
              </a:solidFill>
              <a:latin typeface="Source Sans 3"/>
              <a:ea typeface="Source Sans 3"/>
              <a:cs typeface="Source Sans 3"/>
              <a:sym typeface="Source Sans 3"/>
            </a:endParaRPr>
          </a:p>
        </p:txBody>
      </p:sp>
      <p:sp>
        <p:nvSpPr>
          <p:cNvPr id="229" name="Google Shape;229;p18">
            <a:extLst>
              <a:ext uri="{FF2B5EF4-FFF2-40B4-BE49-F238E27FC236}">
                <a16:creationId xmlns:a16="http://schemas.microsoft.com/office/drawing/2014/main" id="{FE15FFB2-F981-1CDB-6ED9-FDA060B27C1B}"/>
              </a:ext>
            </a:extLst>
          </p:cNvPr>
          <p:cNvSpPr txBox="1"/>
          <p:nvPr/>
        </p:nvSpPr>
        <p:spPr>
          <a:xfrm>
            <a:off x="308986" y="3866945"/>
            <a:ext cx="3813792" cy="928413"/>
          </a:xfrm>
          <a:prstGeom prst="rect">
            <a:avLst/>
          </a:prstGeom>
          <a:noFill/>
          <a:ln>
            <a:noFill/>
          </a:ln>
        </p:spPr>
        <p:txBody>
          <a:bodyPr spcFirstLastPara="1" wrap="square" lIns="139677" tIns="139677" rIns="139677" bIns="139677" anchor="t" anchorCtr="0">
            <a:spAutoFit/>
          </a:bodyPr>
          <a:lstStyle/>
          <a:p>
            <a:r>
              <a:rPr lang="en" sz="14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4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7E7997E6-24A0-63D6-3C65-32C5BB4327C7}"/>
              </a:ext>
            </a:extLst>
          </p:cNvPr>
          <p:cNvSpPr txBox="1"/>
          <p:nvPr/>
        </p:nvSpPr>
        <p:spPr>
          <a:xfrm>
            <a:off x="4313030" y="1722020"/>
            <a:ext cx="4679583" cy="1359300"/>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has a sentiment notebook titled sentiment_analysis.Rmd that allows you to interface with the sentiment classifier. The download of comments (1) is required so that Kaiaulu can pass the comment data to the sentiment classifier.</a:t>
            </a:r>
            <a:endParaRPr sz="14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CF1CCDD5-0712-32C6-8413-87331F5706F2}"/>
              </a:ext>
            </a:extLst>
          </p:cNvPr>
          <p:cNvSpPr txBox="1"/>
          <p:nvPr/>
        </p:nvSpPr>
        <p:spPr>
          <a:xfrm>
            <a:off x="4349852" y="7256089"/>
            <a:ext cx="5052208" cy="2651962"/>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(R) passes the text comments to the sentiment classifier (Python) using the pysenti_predict() call (2). The tools.yml path for the sentiment classifier follows that of the other third-party tools. In the case of the sentiment classifier, the path would look like the following:</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pysenti: ..\..\sentiment_classifier\exec\train_or_predict.py </a:t>
            </a:r>
            <a:endParaRPr sz="1400" dirty="0">
              <a:solidFill>
                <a:schemeClr val="dk2"/>
              </a:solidFill>
              <a:latin typeface="Source Sans 3"/>
              <a:ea typeface="Source Sans 3"/>
              <a:cs typeface="Source Sans 3"/>
              <a:sym typeface="Source Sans 3"/>
            </a:endParaRPr>
          </a:p>
          <a:p>
            <a:endParaRPr sz="1400" dirty="0">
              <a:solidFill>
                <a:schemeClr val="dk2"/>
              </a:solidFill>
              <a:latin typeface="Source Sans 3"/>
              <a:ea typeface="Source Sans 3"/>
              <a:cs typeface="Source Sans 3"/>
              <a:sym typeface="Source Sans 3"/>
            </a:endParaRPr>
          </a:p>
          <a:p>
            <a:r>
              <a:rPr lang="en" sz="1400" dirty="0">
                <a:solidFill>
                  <a:schemeClr val="dk2"/>
                </a:solidFill>
                <a:latin typeface="Source Sans 3"/>
                <a:ea typeface="Source Sans 3"/>
                <a:cs typeface="Source Sans 3"/>
                <a:sym typeface="Source Sans 3"/>
              </a:rPr>
              <a:t>The sentiment classifier predicts whether each comment is </a:t>
            </a:r>
            <a:r>
              <a:rPr lang="en" sz="1400" dirty="0">
                <a:solidFill>
                  <a:srgbClr val="93C47D"/>
                </a:solidFill>
                <a:latin typeface="Source Sans 3"/>
                <a:ea typeface="Source Sans 3"/>
                <a:cs typeface="Source Sans 3"/>
                <a:sym typeface="Source Sans 3"/>
              </a:rPr>
              <a:t>positive </a:t>
            </a:r>
            <a:r>
              <a:rPr lang="en" sz="1400" dirty="0">
                <a:solidFill>
                  <a:schemeClr val="dk2"/>
                </a:solidFill>
                <a:latin typeface="Source Sans 3"/>
                <a:ea typeface="Source Sans 3"/>
                <a:cs typeface="Source Sans 3"/>
                <a:sym typeface="Source Sans 3"/>
              </a:rPr>
              <a:t>(        ), </a:t>
            </a:r>
            <a:r>
              <a:rPr lang="en" sz="1400" dirty="0">
                <a:solidFill>
                  <a:srgbClr val="E06666"/>
                </a:solidFill>
                <a:latin typeface="Source Sans 3"/>
                <a:ea typeface="Source Sans 3"/>
                <a:cs typeface="Source Sans 3"/>
                <a:sym typeface="Source Sans 3"/>
              </a:rPr>
              <a:t>negative </a:t>
            </a:r>
            <a:r>
              <a:rPr lang="en" sz="1400" dirty="0">
                <a:solidFill>
                  <a:schemeClr val="dk2"/>
                </a:solidFill>
                <a:latin typeface="Source Sans 3"/>
                <a:ea typeface="Source Sans 3"/>
                <a:cs typeface="Source Sans 3"/>
                <a:sym typeface="Source Sans 3"/>
              </a:rPr>
              <a:t>(</a:t>
            </a:r>
            <a:r>
              <a:rPr lang="en" sz="1400" dirty="0">
                <a:solidFill>
                  <a:srgbClr val="E06666"/>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 or </a:t>
            </a:r>
            <a:r>
              <a:rPr lang="en" sz="1400" dirty="0">
                <a:solidFill>
                  <a:schemeClr val="tx2">
                    <a:lumMod val="50000"/>
                  </a:schemeClr>
                </a:solidFill>
                <a:latin typeface="Source Sans 3"/>
                <a:ea typeface="Source Sans 3"/>
                <a:cs typeface="Source Sans 3"/>
                <a:sym typeface="Source Sans 3"/>
              </a:rPr>
              <a:t>neutral</a:t>
            </a:r>
            <a:r>
              <a:rPr lang="en" sz="1400" dirty="0">
                <a:solidFill>
                  <a:schemeClr val="dk2"/>
                </a:solidFill>
                <a:latin typeface="Source Sans 3"/>
                <a:ea typeface="Source Sans 3"/>
                <a:cs typeface="Source Sans 3"/>
                <a:sym typeface="Source Sans 3"/>
              </a:rPr>
              <a:t> (        ) using machine learning models (3) and returns</a:t>
            </a:r>
            <a:r>
              <a:rPr lang="en" sz="1400" baseline="30000" dirty="0">
                <a:solidFill>
                  <a:schemeClr val="dk2"/>
                </a:solidFill>
                <a:latin typeface="Source Sans 3"/>
                <a:ea typeface="Source Sans 3"/>
                <a:cs typeface="Source Sans 3"/>
                <a:sym typeface="Source Sans 3"/>
              </a:rPr>
              <a:t> </a:t>
            </a:r>
            <a:r>
              <a:rPr lang="en" sz="1400" dirty="0">
                <a:solidFill>
                  <a:schemeClr val="dk2"/>
                </a:solidFill>
                <a:latin typeface="Source Sans 3"/>
                <a:ea typeface="Source Sans 3"/>
                <a:cs typeface="Source Sans 3"/>
                <a:sym typeface="Source Sans 3"/>
              </a:rPr>
              <a:t>that label (4) to Kaiaulu.</a:t>
            </a:r>
            <a:endParaRPr sz="1400" dirty="0">
              <a:solidFill>
                <a:schemeClr val="dk2"/>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E7EF2C59-F74E-CAE3-0494-04D3326EFEEF}"/>
              </a:ext>
            </a:extLst>
          </p:cNvPr>
          <p:cNvSpPr txBox="1"/>
          <p:nvPr/>
        </p:nvSpPr>
        <p:spPr>
          <a:xfrm>
            <a:off x="9330148" y="3744408"/>
            <a:ext cx="4467375" cy="928413"/>
          </a:xfrm>
          <a:prstGeom prst="rect">
            <a:avLst/>
          </a:prstGeom>
          <a:noFill/>
          <a:ln>
            <a:noFill/>
          </a:ln>
        </p:spPr>
        <p:txBody>
          <a:bodyPr spcFirstLastPara="1" wrap="square" lIns="139677" tIns="139677" rIns="139677" bIns="139677" anchor="t" anchorCtr="0">
            <a:spAutoFit/>
          </a:bodyPr>
          <a:lstStyle/>
          <a:p>
            <a:r>
              <a:rPr lang="en" sz="1400" dirty="0">
                <a:solidFill>
                  <a:schemeClr val="dk2"/>
                </a:solidFill>
                <a:latin typeface="Source Sans 3"/>
                <a:ea typeface="Source Sans 3"/>
                <a:cs typeface="Source Sans 3"/>
                <a:sym typeface="Source Sans 3"/>
              </a:rPr>
              <a:t>Kaiaulu has two engagement metrics (see metric.R) that takes into account a developer’s comments across all sources over a rolling window.</a:t>
            </a:r>
            <a:endParaRPr sz="14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D9A91E53-8879-5446-48F8-7F35D43528A0}"/>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19898CD5-F4B5-6C06-C24E-A8F1A5BF7E52}"/>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3B0EB3A1-D270-76C8-77FF-6CE73D4286C6}"/>
              </a:ext>
            </a:extLst>
          </p:cNvPr>
          <p:cNvSpPr/>
          <p:nvPr/>
        </p:nvSpPr>
        <p:spPr>
          <a:xfrm>
            <a:off x="412610" y="4770491"/>
            <a:ext cx="3566750" cy="2713526"/>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31E18419-6B28-1A45-3E07-32C8568A721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2BCAB660-6F1A-F012-ADED-84CCEE25CFD6}"/>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2025-12</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53C60E66-B11F-FE5D-D7E8-510AA41E6FCC}"/>
              </a:ext>
            </a:extLst>
          </p:cNvPr>
          <p:cNvSpPr txBox="1"/>
          <p:nvPr/>
        </p:nvSpPr>
        <p:spPr>
          <a:xfrm>
            <a:off x="463943" y="5071350"/>
            <a:ext cx="3373792" cy="2651962"/>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400" b="1" dirty="0">
                <a:solidFill>
                  <a:schemeClr val="tx1"/>
                </a:solidFill>
                <a:latin typeface="Source Sans 3"/>
                <a:ea typeface="Source Sans 3"/>
                <a:cs typeface="Source Sans 3"/>
                <a:sym typeface="Source Sans 3"/>
              </a:rPr>
              <a:t>issue_tracker: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github: </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project_key_1:</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owner:</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repo:</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issue_or_pr_comment: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issue_event: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commit_comments:</a:t>
            </a:r>
            <a:endParaRPr sz="1400" b="1" dirty="0">
              <a:solidFill>
                <a:schemeClr val="tx1"/>
              </a:solidFill>
              <a:latin typeface="Source Sans 3"/>
              <a:ea typeface="Source Sans 3"/>
              <a:cs typeface="Source Sans 3"/>
              <a:sym typeface="Source Sans 3"/>
            </a:endParaRPr>
          </a:p>
          <a:p>
            <a:r>
              <a:rPr lang="en" sz="1400" b="1" dirty="0">
                <a:solidFill>
                  <a:schemeClr val="tx1"/>
                </a:solidFill>
                <a:latin typeface="Source Sans 3"/>
                <a:ea typeface="Source Sans 3"/>
                <a:cs typeface="Source Sans 3"/>
                <a:sym typeface="Source Sans 3"/>
              </a:rPr>
              <a:t>                    pr_comments:</a:t>
            </a:r>
            <a:endParaRPr sz="1400" b="1" dirty="0">
              <a:solidFill>
                <a:schemeClr val="tx1"/>
              </a:solidFill>
              <a:latin typeface="Source Sans 3"/>
              <a:ea typeface="Source Sans 3"/>
              <a:cs typeface="Source Sans 3"/>
              <a:sym typeface="Source Sans 3"/>
            </a:endParaRPr>
          </a:p>
          <a:p>
            <a:pPr>
              <a:buClr>
                <a:schemeClr val="dk1"/>
              </a:buClr>
              <a:buSzPts val="1100"/>
            </a:pPr>
            <a:endParaRPr sz="1400" b="1" dirty="0">
              <a:solidFill>
                <a:schemeClr val="tx1"/>
              </a:solidFill>
              <a:latin typeface="Source Sans 3"/>
              <a:ea typeface="Source Sans 3"/>
              <a:cs typeface="Source Sans 3"/>
              <a:sym typeface="Source Sans 3"/>
            </a:endParaRPr>
          </a:p>
        </p:txBody>
      </p:sp>
      <p:sp>
        <p:nvSpPr>
          <p:cNvPr id="239" name="Google Shape;239;p18">
            <a:extLst>
              <a:ext uri="{FF2B5EF4-FFF2-40B4-BE49-F238E27FC236}">
                <a16:creationId xmlns:a16="http://schemas.microsoft.com/office/drawing/2014/main" id="{18D00C76-71EE-7986-E445-D5518770BBC8}"/>
              </a:ext>
            </a:extLst>
          </p:cNvPr>
          <p:cNvSpPr txBox="1"/>
          <p:nvPr/>
        </p:nvSpPr>
        <p:spPr>
          <a:xfrm>
            <a:off x="1058704" y="4738124"/>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0776C68D-EA10-2766-D9B6-817DBE737CBB}"/>
              </a:ext>
            </a:extLst>
          </p:cNvPr>
          <p:cNvSpPr txBox="1"/>
          <p:nvPr/>
        </p:nvSpPr>
        <p:spPr>
          <a:xfrm>
            <a:off x="163119" y="7688856"/>
            <a:ext cx="4170519" cy="712969"/>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400" dirty="0">
                <a:solidFill>
                  <a:schemeClr val="dk2"/>
                </a:solidFill>
                <a:latin typeface="Source Sans 3"/>
                <a:ea typeface="Source Sans 3"/>
                <a:cs typeface="Source Sans 3"/>
                <a:sym typeface="Source Sans 3"/>
              </a:rPr>
              <a:t>You should also specify the required external tools in tools.yml:</a:t>
            </a:r>
            <a:endParaRPr sz="14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C19C3423-1F44-854F-82B1-7DD9C9BE3312}"/>
              </a:ext>
            </a:extLst>
          </p:cNvPr>
          <p:cNvSpPr/>
          <p:nvPr/>
        </p:nvSpPr>
        <p:spPr>
          <a:xfrm>
            <a:off x="453038" y="8852495"/>
            <a:ext cx="3525958"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37CA9C40-AF2D-4E12-650C-DB2DA0155969}"/>
              </a:ext>
            </a:extLst>
          </p:cNvPr>
          <p:cNvSpPr txBox="1"/>
          <p:nvPr/>
        </p:nvSpPr>
        <p:spPr>
          <a:xfrm>
            <a:off x="148657" y="9117708"/>
            <a:ext cx="2354583" cy="712969"/>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pysenti:</a:t>
            </a:r>
            <a:endParaRPr sz="1400" b="1" dirty="0">
              <a:solidFill>
                <a:schemeClr val="tx1"/>
              </a:solidFill>
              <a:latin typeface="Source Sans 3"/>
              <a:ea typeface="Source Sans 3"/>
              <a:cs typeface="Source Sans 3"/>
              <a:sym typeface="Source Sans 3"/>
            </a:endParaRPr>
          </a:p>
          <a:p>
            <a:pPr marL="557393" indent="-285750">
              <a:buClr>
                <a:schemeClr val="dk2"/>
              </a:buClr>
              <a:buSzPct val="100000"/>
              <a:buFont typeface="Arial" panose="020B0604020202020204" pitchFamily="34" charset="0"/>
              <a:buChar char="•"/>
            </a:pPr>
            <a:r>
              <a:rPr lang="en" sz="1400" b="1" dirty="0">
                <a:solidFill>
                  <a:schemeClr val="tx1"/>
                </a:solidFill>
                <a:latin typeface="Source Sans 3"/>
                <a:ea typeface="Source Sans 3"/>
                <a:cs typeface="Source Sans 3"/>
                <a:sym typeface="Source Sans 3"/>
              </a:rPr>
              <a:t>perceval: </a:t>
            </a:r>
            <a:endParaRPr sz="14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4C755802-0C43-3E9C-CD14-86C9720B2217}"/>
              </a:ext>
            </a:extLst>
          </p:cNvPr>
          <p:cNvSpPr txBox="1"/>
          <p:nvPr/>
        </p:nvSpPr>
        <p:spPr>
          <a:xfrm>
            <a:off x="277010" y="8309545"/>
            <a:ext cx="3627320"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F8236334-BF5A-20EB-A7C2-53BBF0798EBB}"/>
              </a:ext>
            </a:extLst>
          </p:cNvPr>
          <p:cNvSpPr txBox="1"/>
          <p:nvPr/>
        </p:nvSpPr>
        <p:spPr>
          <a:xfrm>
            <a:off x="1282998" y="8774044"/>
            <a:ext cx="176538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F8A05542-08B7-DF2A-CFD7-8ABF3386B7BE}"/>
              </a:ext>
            </a:extLst>
          </p:cNvPr>
          <p:cNvSpPr txBox="1"/>
          <p:nvPr/>
        </p:nvSpPr>
        <p:spPr>
          <a:xfrm>
            <a:off x="-3613355" y="1448143"/>
            <a:ext cx="3286933"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6</a:t>
            </a:r>
          </a:p>
          <a:p>
            <a:r>
              <a:rPr lang="en" sz="2750" dirty="0">
                <a:solidFill>
                  <a:schemeClr val="dk2"/>
                </a:solidFill>
              </a:rPr>
              <a:t>(Alternate version)</a:t>
            </a:r>
            <a:endParaRPr sz="2750" dirty="0">
              <a:solidFill>
                <a:schemeClr val="dk2"/>
              </a:solidFill>
            </a:endParaRPr>
          </a:p>
        </p:txBody>
      </p:sp>
      <p:pic>
        <p:nvPicPr>
          <p:cNvPr id="246" name="Google Shape;246;p18">
            <a:extLst>
              <a:ext uri="{FF2B5EF4-FFF2-40B4-BE49-F238E27FC236}">
                <a16:creationId xmlns:a16="http://schemas.microsoft.com/office/drawing/2014/main" id="{C99ED41F-59A6-D49E-72D1-EB108D9D158F}"/>
              </a:ext>
            </a:extLst>
          </p:cNvPr>
          <p:cNvPicPr preferRelativeResize="0"/>
          <p:nvPr/>
        </p:nvPicPr>
        <p:blipFill>
          <a:blip r:embed="rId7">
            <a:alphaModFix/>
          </a:blip>
          <a:stretch>
            <a:fillRect/>
          </a:stretch>
        </p:blipFill>
        <p:spPr>
          <a:xfrm>
            <a:off x="9476869" y="6357242"/>
            <a:ext cx="3884579" cy="470250"/>
          </a:xfrm>
          <a:prstGeom prst="rect">
            <a:avLst/>
          </a:prstGeom>
          <a:noFill/>
          <a:ln>
            <a:noFill/>
          </a:ln>
        </p:spPr>
      </p:pic>
      <p:sp>
        <p:nvSpPr>
          <p:cNvPr id="247" name="Google Shape;247;p18">
            <a:extLst>
              <a:ext uri="{FF2B5EF4-FFF2-40B4-BE49-F238E27FC236}">
                <a16:creationId xmlns:a16="http://schemas.microsoft.com/office/drawing/2014/main" id="{227B8036-58EE-0CED-6928-FA1937A43305}"/>
              </a:ext>
            </a:extLst>
          </p:cNvPr>
          <p:cNvSpPr txBox="1"/>
          <p:nvPr/>
        </p:nvSpPr>
        <p:spPr>
          <a:xfrm>
            <a:off x="13107900" y="6364735"/>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248" name="Google Shape;248;p18">
            <a:extLst>
              <a:ext uri="{FF2B5EF4-FFF2-40B4-BE49-F238E27FC236}">
                <a16:creationId xmlns:a16="http://schemas.microsoft.com/office/drawing/2014/main" id="{D62DD680-D386-AF78-D22A-9030C9C518E6}"/>
              </a:ext>
            </a:extLst>
          </p:cNvPr>
          <p:cNvPicPr preferRelativeResize="0"/>
          <p:nvPr/>
        </p:nvPicPr>
        <p:blipFill>
          <a:blip r:embed="rId8">
            <a:alphaModFix/>
          </a:blip>
          <a:stretch>
            <a:fillRect/>
          </a:stretch>
        </p:blipFill>
        <p:spPr>
          <a:xfrm>
            <a:off x="9476869" y="6729337"/>
            <a:ext cx="809211" cy="470250"/>
          </a:xfrm>
          <a:prstGeom prst="rect">
            <a:avLst/>
          </a:prstGeom>
          <a:noFill/>
          <a:ln>
            <a:noFill/>
          </a:ln>
        </p:spPr>
      </p:pic>
      <p:cxnSp>
        <p:nvCxnSpPr>
          <p:cNvPr id="249" name="Google Shape;249;p18">
            <a:extLst>
              <a:ext uri="{FF2B5EF4-FFF2-40B4-BE49-F238E27FC236}">
                <a16:creationId xmlns:a16="http://schemas.microsoft.com/office/drawing/2014/main" id="{F84CC593-14CF-AFBD-087E-BE859479C103}"/>
              </a:ext>
            </a:extLst>
          </p:cNvPr>
          <p:cNvCxnSpPr>
            <a:cxnSpLocks/>
          </p:cNvCxnSpPr>
          <p:nvPr/>
        </p:nvCxnSpPr>
        <p:spPr>
          <a:xfrm>
            <a:off x="9612954" y="727309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50" name="Google Shape;250;p18">
            <a:extLst>
              <a:ext uri="{FF2B5EF4-FFF2-40B4-BE49-F238E27FC236}">
                <a16:creationId xmlns:a16="http://schemas.microsoft.com/office/drawing/2014/main" id="{D6B8EAEF-1DA9-0DC0-A32B-62ACAD6373B9}"/>
              </a:ext>
            </a:extLst>
          </p:cNvPr>
          <p:cNvSpPr txBox="1"/>
          <p:nvPr/>
        </p:nvSpPr>
        <p:spPr>
          <a:xfrm>
            <a:off x="9615396" y="7323207"/>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251" name="Google Shape;251;p18">
            <a:extLst>
              <a:ext uri="{FF2B5EF4-FFF2-40B4-BE49-F238E27FC236}">
                <a16:creationId xmlns:a16="http://schemas.microsoft.com/office/drawing/2014/main" id="{E60ECFDF-DDC7-49EA-C2D3-A9D78D6EE4A6}"/>
              </a:ext>
            </a:extLst>
          </p:cNvPr>
          <p:cNvPicPr preferRelativeResize="0"/>
          <p:nvPr/>
        </p:nvPicPr>
        <p:blipFill>
          <a:blip r:embed="rId9">
            <a:alphaModFix/>
          </a:blip>
          <a:stretch>
            <a:fillRect/>
          </a:stretch>
        </p:blipFill>
        <p:spPr>
          <a:xfrm>
            <a:off x="9498598" y="7233756"/>
            <a:ext cx="777249" cy="347527"/>
          </a:xfrm>
          <a:prstGeom prst="rect">
            <a:avLst/>
          </a:prstGeom>
          <a:noFill/>
          <a:ln>
            <a:noFill/>
          </a:ln>
        </p:spPr>
      </p:pic>
      <p:sp>
        <p:nvSpPr>
          <p:cNvPr id="253" name="Google Shape;253;p18">
            <a:extLst>
              <a:ext uri="{FF2B5EF4-FFF2-40B4-BE49-F238E27FC236}">
                <a16:creationId xmlns:a16="http://schemas.microsoft.com/office/drawing/2014/main" id="{8C62A006-5A6D-3BB5-E5CC-18683C64F202}"/>
              </a:ext>
            </a:extLst>
          </p:cNvPr>
          <p:cNvSpPr txBox="1"/>
          <p:nvPr/>
        </p:nvSpPr>
        <p:spPr>
          <a:xfrm>
            <a:off x="10072720" y="672902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254" name="Google Shape;254;p18">
            <a:extLst>
              <a:ext uri="{FF2B5EF4-FFF2-40B4-BE49-F238E27FC236}">
                <a16:creationId xmlns:a16="http://schemas.microsoft.com/office/drawing/2014/main" id="{905A161C-9977-5CB8-334B-BB78EE6CCDCF}"/>
              </a:ext>
            </a:extLst>
          </p:cNvPr>
          <p:cNvSpPr txBox="1"/>
          <p:nvPr/>
        </p:nvSpPr>
        <p:spPr>
          <a:xfrm>
            <a:off x="11295671" y="672766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55" name="Google Shape;255;p18">
            <a:extLst>
              <a:ext uri="{FF2B5EF4-FFF2-40B4-BE49-F238E27FC236}">
                <a16:creationId xmlns:a16="http://schemas.microsoft.com/office/drawing/2014/main" id="{DD18AEDD-E761-850C-8D04-6D20832FE3FD}"/>
              </a:ext>
            </a:extLst>
          </p:cNvPr>
          <p:cNvSpPr txBox="1"/>
          <p:nvPr/>
        </p:nvSpPr>
        <p:spPr>
          <a:xfrm>
            <a:off x="11987647" y="672735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92" name="Google Shape;292;p18">
            <a:extLst>
              <a:ext uri="{FF2B5EF4-FFF2-40B4-BE49-F238E27FC236}">
                <a16:creationId xmlns:a16="http://schemas.microsoft.com/office/drawing/2014/main" id="{CA9E9A98-6ACF-DB47-20D6-03CB01F6E0F6}"/>
              </a:ext>
            </a:extLst>
          </p:cNvPr>
          <p:cNvSpPr/>
          <p:nvPr/>
        </p:nvSpPr>
        <p:spPr>
          <a:xfrm>
            <a:off x="11755733" y="682527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93" name="Google Shape;293;p18">
            <a:extLst>
              <a:ext uri="{FF2B5EF4-FFF2-40B4-BE49-F238E27FC236}">
                <a16:creationId xmlns:a16="http://schemas.microsoft.com/office/drawing/2014/main" id="{866AF3E6-1CA1-D1D0-C526-BB78321F2202}"/>
              </a:ext>
            </a:extLst>
          </p:cNvPr>
          <p:cNvSpPr txBox="1"/>
          <p:nvPr/>
        </p:nvSpPr>
        <p:spPr>
          <a:xfrm>
            <a:off x="11623088" y="6798989"/>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296" name="Google Shape;296;p18">
            <a:extLst>
              <a:ext uri="{FF2B5EF4-FFF2-40B4-BE49-F238E27FC236}">
                <a16:creationId xmlns:a16="http://schemas.microsoft.com/office/drawing/2014/main" id="{AF54D820-5FAA-1281-413A-B01C8D187F66}"/>
              </a:ext>
            </a:extLst>
          </p:cNvPr>
          <p:cNvCxnSpPr>
            <a:cxnSpLocks/>
          </p:cNvCxnSpPr>
          <p:nvPr/>
        </p:nvCxnSpPr>
        <p:spPr>
          <a:xfrm rot="10800000">
            <a:off x="9854524" y="8764317"/>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297" name="Google Shape;297;p18">
            <a:extLst>
              <a:ext uri="{FF2B5EF4-FFF2-40B4-BE49-F238E27FC236}">
                <a16:creationId xmlns:a16="http://schemas.microsoft.com/office/drawing/2014/main" id="{2D51063A-CB49-2816-BBAC-ED11B319964B}"/>
              </a:ext>
            </a:extLst>
          </p:cNvPr>
          <p:cNvCxnSpPr>
            <a:cxnSpLocks/>
          </p:cNvCxnSpPr>
          <p:nvPr/>
        </p:nvCxnSpPr>
        <p:spPr>
          <a:xfrm flipV="1">
            <a:off x="9853450" y="10156734"/>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298" name="Google Shape;298;p18">
            <a:extLst>
              <a:ext uri="{FF2B5EF4-FFF2-40B4-BE49-F238E27FC236}">
                <a16:creationId xmlns:a16="http://schemas.microsoft.com/office/drawing/2014/main" id="{53967DF1-BBEF-3FC7-6109-DC265F4CB83D}"/>
              </a:ext>
            </a:extLst>
          </p:cNvPr>
          <p:cNvCxnSpPr>
            <a:cxnSpLocks/>
          </p:cNvCxnSpPr>
          <p:nvPr/>
        </p:nvCxnSpPr>
        <p:spPr>
          <a:xfrm rot="10800000" flipH="1">
            <a:off x="9877216" y="9612570"/>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299" name="Google Shape;299;p18">
            <a:extLst>
              <a:ext uri="{FF2B5EF4-FFF2-40B4-BE49-F238E27FC236}">
                <a16:creationId xmlns:a16="http://schemas.microsoft.com/office/drawing/2014/main" id="{89CAACD1-64AF-2BCE-D1A5-69737FAFDDDE}"/>
              </a:ext>
            </a:extLst>
          </p:cNvPr>
          <p:cNvCxnSpPr>
            <a:cxnSpLocks/>
          </p:cNvCxnSpPr>
          <p:nvPr/>
        </p:nvCxnSpPr>
        <p:spPr>
          <a:xfrm>
            <a:off x="10141071" y="9619000"/>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300" name="Google Shape;300;p18">
            <a:extLst>
              <a:ext uri="{FF2B5EF4-FFF2-40B4-BE49-F238E27FC236}">
                <a16:creationId xmlns:a16="http://schemas.microsoft.com/office/drawing/2014/main" id="{9B4CF832-ED82-3603-E731-A3A52FB9B43B}"/>
              </a:ext>
            </a:extLst>
          </p:cNvPr>
          <p:cNvCxnSpPr>
            <a:cxnSpLocks/>
          </p:cNvCxnSpPr>
          <p:nvPr/>
        </p:nvCxnSpPr>
        <p:spPr>
          <a:xfrm rot="10800000" flipH="1">
            <a:off x="10389217" y="9741783"/>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301" name="Google Shape;301;p18">
            <a:extLst>
              <a:ext uri="{FF2B5EF4-FFF2-40B4-BE49-F238E27FC236}">
                <a16:creationId xmlns:a16="http://schemas.microsoft.com/office/drawing/2014/main" id="{D36E2931-7C26-E197-1F57-EB7BB1C894EC}"/>
              </a:ext>
            </a:extLst>
          </p:cNvPr>
          <p:cNvCxnSpPr>
            <a:cxnSpLocks/>
          </p:cNvCxnSpPr>
          <p:nvPr/>
        </p:nvCxnSpPr>
        <p:spPr>
          <a:xfrm rot="10800000" flipH="1">
            <a:off x="10615571" y="9537735"/>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302" name="Google Shape;302;p18">
            <a:extLst>
              <a:ext uri="{FF2B5EF4-FFF2-40B4-BE49-F238E27FC236}">
                <a16:creationId xmlns:a16="http://schemas.microsoft.com/office/drawing/2014/main" id="{48D98566-F63E-F557-1759-72D416649BDB}"/>
              </a:ext>
            </a:extLst>
          </p:cNvPr>
          <p:cNvCxnSpPr>
            <a:cxnSpLocks/>
          </p:cNvCxnSpPr>
          <p:nvPr/>
        </p:nvCxnSpPr>
        <p:spPr>
          <a:xfrm rot="10800000" flipH="1">
            <a:off x="9882452" y="9804174"/>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303" name="Google Shape;303;p18">
            <a:extLst>
              <a:ext uri="{FF2B5EF4-FFF2-40B4-BE49-F238E27FC236}">
                <a16:creationId xmlns:a16="http://schemas.microsoft.com/office/drawing/2014/main" id="{7A6798B1-F975-1FCF-B076-D50AC39D59EA}"/>
              </a:ext>
            </a:extLst>
          </p:cNvPr>
          <p:cNvCxnSpPr>
            <a:cxnSpLocks/>
          </p:cNvCxnSpPr>
          <p:nvPr/>
        </p:nvCxnSpPr>
        <p:spPr>
          <a:xfrm rot="10800000" flipH="1">
            <a:off x="10160723" y="9653818"/>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304" name="Google Shape;304;p18">
            <a:extLst>
              <a:ext uri="{FF2B5EF4-FFF2-40B4-BE49-F238E27FC236}">
                <a16:creationId xmlns:a16="http://schemas.microsoft.com/office/drawing/2014/main" id="{E1F82F56-2D95-0642-4EA8-D4E2CE7BB7AF}"/>
              </a:ext>
            </a:extLst>
          </p:cNvPr>
          <p:cNvCxnSpPr>
            <a:cxnSpLocks/>
          </p:cNvCxnSpPr>
          <p:nvPr/>
        </p:nvCxnSpPr>
        <p:spPr>
          <a:xfrm rot="10800000" flipH="1">
            <a:off x="10549411" y="9351877"/>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305" name="Google Shape;305;p18">
            <a:extLst>
              <a:ext uri="{FF2B5EF4-FFF2-40B4-BE49-F238E27FC236}">
                <a16:creationId xmlns:a16="http://schemas.microsoft.com/office/drawing/2014/main" id="{8B7B4679-0BE7-D0AB-DDA2-F5D44C1B2718}"/>
              </a:ext>
            </a:extLst>
          </p:cNvPr>
          <p:cNvCxnSpPr>
            <a:cxnSpLocks/>
          </p:cNvCxnSpPr>
          <p:nvPr/>
        </p:nvCxnSpPr>
        <p:spPr>
          <a:xfrm rot="10800000">
            <a:off x="10615834" y="9370614"/>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306" name="Google Shape;306;p18">
            <a:extLst>
              <a:ext uri="{FF2B5EF4-FFF2-40B4-BE49-F238E27FC236}">
                <a16:creationId xmlns:a16="http://schemas.microsoft.com/office/drawing/2014/main" id="{AF157ECE-D121-2704-4511-31F95803239C}"/>
              </a:ext>
            </a:extLst>
          </p:cNvPr>
          <p:cNvCxnSpPr>
            <a:cxnSpLocks/>
          </p:cNvCxnSpPr>
          <p:nvPr/>
        </p:nvCxnSpPr>
        <p:spPr>
          <a:xfrm flipH="1">
            <a:off x="11002049" y="9680994"/>
            <a:ext cx="220458" cy="93958"/>
          </a:xfrm>
          <a:prstGeom prst="straightConnector1">
            <a:avLst/>
          </a:prstGeom>
          <a:noFill/>
          <a:ln w="14025" cap="flat" cmpd="sng">
            <a:solidFill>
              <a:srgbClr val="628DB5"/>
            </a:solidFill>
            <a:prstDash val="solid"/>
            <a:round/>
            <a:headEnd type="none" w="med" len="med"/>
            <a:tailEnd type="none" w="med" len="med"/>
          </a:ln>
        </p:spPr>
      </p:cxnSp>
      <p:sp>
        <p:nvSpPr>
          <p:cNvPr id="307" name="Google Shape;307;p18">
            <a:extLst>
              <a:ext uri="{FF2B5EF4-FFF2-40B4-BE49-F238E27FC236}">
                <a16:creationId xmlns:a16="http://schemas.microsoft.com/office/drawing/2014/main" id="{A1860803-2592-CC2F-9B2D-1C5132FC1831}"/>
              </a:ext>
            </a:extLst>
          </p:cNvPr>
          <p:cNvSpPr/>
          <p:nvPr/>
        </p:nvSpPr>
        <p:spPr>
          <a:xfrm>
            <a:off x="10105385" y="9584102"/>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8" name="Google Shape;308;p18">
            <a:extLst>
              <a:ext uri="{FF2B5EF4-FFF2-40B4-BE49-F238E27FC236}">
                <a16:creationId xmlns:a16="http://schemas.microsoft.com/office/drawing/2014/main" id="{357086F8-B375-F0D5-2D5F-44A8BA911575}"/>
              </a:ext>
            </a:extLst>
          </p:cNvPr>
          <p:cNvSpPr/>
          <p:nvPr/>
        </p:nvSpPr>
        <p:spPr>
          <a:xfrm>
            <a:off x="10211069" y="96849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9" name="Google Shape;309;p18">
            <a:extLst>
              <a:ext uri="{FF2B5EF4-FFF2-40B4-BE49-F238E27FC236}">
                <a16:creationId xmlns:a16="http://schemas.microsoft.com/office/drawing/2014/main" id="{F0DB0FA4-15FD-2342-7E46-4B78A80707AA}"/>
              </a:ext>
            </a:extLst>
          </p:cNvPr>
          <p:cNvSpPr/>
          <p:nvPr/>
        </p:nvSpPr>
        <p:spPr>
          <a:xfrm>
            <a:off x="10340510" y="981972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0" name="Google Shape;310;p18">
            <a:extLst>
              <a:ext uri="{FF2B5EF4-FFF2-40B4-BE49-F238E27FC236}">
                <a16:creationId xmlns:a16="http://schemas.microsoft.com/office/drawing/2014/main" id="{A88C4BFD-601E-0A59-1A29-78B79AEEFBEB}"/>
              </a:ext>
            </a:extLst>
          </p:cNvPr>
          <p:cNvSpPr/>
          <p:nvPr/>
        </p:nvSpPr>
        <p:spPr>
          <a:xfrm>
            <a:off x="10561656" y="970678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1" name="Google Shape;311;p18">
            <a:extLst>
              <a:ext uri="{FF2B5EF4-FFF2-40B4-BE49-F238E27FC236}">
                <a16:creationId xmlns:a16="http://schemas.microsoft.com/office/drawing/2014/main" id="{9C4E4E0B-C465-E495-20B3-C8AD5A34DED5}"/>
              </a:ext>
            </a:extLst>
          </p:cNvPr>
          <p:cNvSpPr/>
          <p:nvPr/>
        </p:nvSpPr>
        <p:spPr>
          <a:xfrm>
            <a:off x="10760000" y="951844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2" name="Google Shape;312;p18">
            <a:extLst>
              <a:ext uri="{FF2B5EF4-FFF2-40B4-BE49-F238E27FC236}">
                <a16:creationId xmlns:a16="http://schemas.microsoft.com/office/drawing/2014/main" id="{CBEC36F3-04B7-679B-0343-966123DCD838}"/>
              </a:ext>
            </a:extLst>
          </p:cNvPr>
          <p:cNvSpPr/>
          <p:nvPr/>
        </p:nvSpPr>
        <p:spPr>
          <a:xfrm>
            <a:off x="11150691" y="950355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3" name="Google Shape;313;p18">
            <a:extLst>
              <a:ext uri="{FF2B5EF4-FFF2-40B4-BE49-F238E27FC236}">
                <a16:creationId xmlns:a16="http://schemas.microsoft.com/office/drawing/2014/main" id="{5EFF784C-B6C2-E0B2-BBD2-4EE71D734BD4}"/>
              </a:ext>
            </a:extLst>
          </p:cNvPr>
          <p:cNvSpPr/>
          <p:nvPr/>
        </p:nvSpPr>
        <p:spPr>
          <a:xfrm>
            <a:off x="10134145" y="977644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4" name="Google Shape;314;p18">
            <a:extLst>
              <a:ext uri="{FF2B5EF4-FFF2-40B4-BE49-F238E27FC236}">
                <a16:creationId xmlns:a16="http://schemas.microsoft.com/office/drawing/2014/main" id="{D236CC32-9086-14AE-E0AF-57A6DA42DBCA}"/>
              </a:ext>
            </a:extLst>
          </p:cNvPr>
          <p:cNvSpPr/>
          <p:nvPr/>
        </p:nvSpPr>
        <p:spPr>
          <a:xfrm>
            <a:off x="10508891"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5" name="Google Shape;315;p18">
            <a:extLst>
              <a:ext uri="{FF2B5EF4-FFF2-40B4-BE49-F238E27FC236}">
                <a16:creationId xmlns:a16="http://schemas.microsoft.com/office/drawing/2014/main" id="{311DA71B-D34C-CBC8-52B5-B3E31DD395D3}"/>
              </a:ext>
            </a:extLst>
          </p:cNvPr>
          <p:cNvSpPr/>
          <p:nvPr/>
        </p:nvSpPr>
        <p:spPr>
          <a:xfrm>
            <a:off x="10589672" y="934072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6" name="Google Shape;316;p18">
            <a:extLst>
              <a:ext uri="{FF2B5EF4-FFF2-40B4-BE49-F238E27FC236}">
                <a16:creationId xmlns:a16="http://schemas.microsoft.com/office/drawing/2014/main" id="{68F0B196-1451-30D2-6E17-D2784553C0C7}"/>
              </a:ext>
            </a:extLst>
          </p:cNvPr>
          <p:cNvSpPr/>
          <p:nvPr/>
        </p:nvSpPr>
        <p:spPr>
          <a:xfrm>
            <a:off x="10775756"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7" name="Google Shape;317;p18">
            <a:extLst>
              <a:ext uri="{FF2B5EF4-FFF2-40B4-BE49-F238E27FC236}">
                <a16:creationId xmlns:a16="http://schemas.microsoft.com/office/drawing/2014/main" id="{4FC4103B-4B47-18B9-C23B-C9D5D552E179}"/>
              </a:ext>
            </a:extLst>
          </p:cNvPr>
          <p:cNvSpPr/>
          <p:nvPr/>
        </p:nvSpPr>
        <p:spPr>
          <a:xfrm>
            <a:off x="10959356" y="974176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8" name="Google Shape;318;p18">
            <a:extLst>
              <a:ext uri="{FF2B5EF4-FFF2-40B4-BE49-F238E27FC236}">
                <a16:creationId xmlns:a16="http://schemas.microsoft.com/office/drawing/2014/main" id="{8EC8C75E-ED6A-9217-F8FD-BE8F41C670C7}"/>
              </a:ext>
            </a:extLst>
          </p:cNvPr>
          <p:cNvSpPr/>
          <p:nvPr/>
        </p:nvSpPr>
        <p:spPr>
          <a:xfrm>
            <a:off x="11186499" y="9656672"/>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0" name="Google Shape;320;p18">
            <a:extLst>
              <a:ext uri="{FF2B5EF4-FFF2-40B4-BE49-F238E27FC236}">
                <a16:creationId xmlns:a16="http://schemas.microsoft.com/office/drawing/2014/main" id="{77F4325C-BB05-8C18-B0E0-8C37BCA2B3D8}"/>
              </a:ext>
            </a:extLst>
          </p:cNvPr>
          <p:cNvSpPr/>
          <p:nvPr/>
        </p:nvSpPr>
        <p:spPr>
          <a:xfrm>
            <a:off x="11654458" y="9548645"/>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321" name="Google Shape;321;p18">
            <a:extLst>
              <a:ext uri="{FF2B5EF4-FFF2-40B4-BE49-F238E27FC236}">
                <a16:creationId xmlns:a16="http://schemas.microsoft.com/office/drawing/2014/main" id="{45CA7D66-08F1-E1D6-DC74-E894F0E15FD3}"/>
              </a:ext>
            </a:extLst>
          </p:cNvPr>
          <p:cNvSpPr txBox="1"/>
          <p:nvPr/>
        </p:nvSpPr>
        <p:spPr>
          <a:xfrm>
            <a:off x="11701136" y="9384268"/>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322" name="Google Shape;322;p18">
            <a:extLst>
              <a:ext uri="{FF2B5EF4-FFF2-40B4-BE49-F238E27FC236}">
                <a16:creationId xmlns:a16="http://schemas.microsoft.com/office/drawing/2014/main" id="{99B2DEB4-B858-E994-999F-800594D076C2}"/>
              </a:ext>
            </a:extLst>
          </p:cNvPr>
          <p:cNvSpPr txBox="1"/>
          <p:nvPr/>
        </p:nvSpPr>
        <p:spPr>
          <a:xfrm>
            <a:off x="11701136" y="9059354"/>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323" name="Google Shape;323;p18">
            <a:extLst>
              <a:ext uri="{FF2B5EF4-FFF2-40B4-BE49-F238E27FC236}">
                <a16:creationId xmlns:a16="http://schemas.microsoft.com/office/drawing/2014/main" id="{A2D266DA-E4A9-FCCF-C319-CFFF6413F92B}"/>
              </a:ext>
            </a:extLst>
          </p:cNvPr>
          <p:cNvSpPr/>
          <p:nvPr/>
        </p:nvSpPr>
        <p:spPr>
          <a:xfrm>
            <a:off x="6343037" y="9333288"/>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4" name="Google Shape;324;p18">
            <a:extLst>
              <a:ext uri="{FF2B5EF4-FFF2-40B4-BE49-F238E27FC236}">
                <a16:creationId xmlns:a16="http://schemas.microsoft.com/office/drawing/2014/main" id="{B21CA176-7587-1613-BD62-54C7646C0D88}"/>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205C0F41-DA65-10C1-2777-63E6E2FD6E31}"/>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D7C8944F-BD40-5051-EEEE-2025F6833052}"/>
              </a:ext>
            </a:extLst>
          </p:cNvPr>
          <p:cNvSpPr/>
          <p:nvPr/>
        </p:nvSpPr>
        <p:spPr>
          <a:xfrm>
            <a:off x="4194019" y="3262714"/>
            <a:ext cx="5130353" cy="3915503"/>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57F09AAC-2E4C-5999-4619-23F3EE4D9F4A}"/>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5A25FB42-6BEB-FE2D-8C19-82A3FF210A5B}"/>
              </a:ext>
            </a:extLst>
          </p:cNvPr>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BAB67DB7-0A1B-DF5B-A64B-6526CB4CC6CE}"/>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7B99C20D-581A-54D1-428F-B690F385DBC2}"/>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78294807-2F11-B83C-BCD5-65C559D091A8}"/>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27CE6BFF-E4B4-5008-ED5C-744368C93444}"/>
              </a:ext>
            </a:extLst>
          </p:cNvPr>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3D47CA70-266E-3B75-84A2-91250AA07313}"/>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A94BF4CC-6E46-C2AB-0D81-884AEA178E9A}"/>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2A92DA2B-7E2F-B8D6-A7F3-85192D97649A}"/>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6" name="Google Shape;336;p18">
            <a:extLst>
              <a:ext uri="{FF2B5EF4-FFF2-40B4-BE49-F238E27FC236}">
                <a16:creationId xmlns:a16="http://schemas.microsoft.com/office/drawing/2014/main" id="{49C5902F-6767-AF6C-505E-CCE3B56518AF}"/>
              </a:ext>
            </a:extLst>
          </p:cNvPr>
          <p:cNvSpPr/>
          <p:nvPr/>
        </p:nvSpPr>
        <p:spPr>
          <a:xfrm>
            <a:off x="7243638" y="5602980"/>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37" name="Google Shape;337;p18">
            <a:extLst>
              <a:ext uri="{FF2B5EF4-FFF2-40B4-BE49-F238E27FC236}">
                <a16:creationId xmlns:a16="http://schemas.microsoft.com/office/drawing/2014/main" id="{F3A9FF01-292D-E934-E3AB-5848BD7DA975}"/>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38" name="Google Shape;338;p18">
            <a:extLst>
              <a:ext uri="{FF2B5EF4-FFF2-40B4-BE49-F238E27FC236}">
                <a16:creationId xmlns:a16="http://schemas.microsoft.com/office/drawing/2014/main" id="{4B74B511-6C08-8BDC-F915-AC34ED9EC8D6}"/>
              </a:ext>
            </a:extLst>
          </p:cNvPr>
          <p:cNvSpPr/>
          <p:nvPr/>
        </p:nvSpPr>
        <p:spPr>
          <a:xfrm>
            <a:off x="6834280" y="4395123"/>
            <a:ext cx="204417" cy="17508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1" name="Google Shape;341;p18">
            <a:extLst>
              <a:ext uri="{FF2B5EF4-FFF2-40B4-BE49-F238E27FC236}">
                <a16:creationId xmlns:a16="http://schemas.microsoft.com/office/drawing/2014/main" id="{80B88127-B82F-A770-5D36-2A4B0AAEFEC4}"/>
              </a:ext>
            </a:extLst>
          </p:cNvPr>
          <p:cNvSpPr/>
          <p:nvPr/>
        </p:nvSpPr>
        <p:spPr>
          <a:xfrm>
            <a:off x="6894178" y="5602980"/>
            <a:ext cx="204417" cy="175083"/>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2" name="Google Shape;342;p18">
            <a:extLst>
              <a:ext uri="{FF2B5EF4-FFF2-40B4-BE49-F238E27FC236}">
                <a16:creationId xmlns:a16="http://schemas.microsoft.com/office/drawing/2014/main" id="{6EE23E28-9406-47FF-8D40-2FDE1959644A}"/>
              </a:ext>
            </a:extLst>
          </p:cNvPr>
          <p:cNvSpPr/>
          <p:nvPr/>
        </p:nvSpPr>
        <p:spPr>
          <a:xfrm>
            <a:off x="6544679" y="5602980"/>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DD8E8C53-BC78-CBE2-ADB0-8F11AC971822}"/>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3AC982AC-9893-0B8B-A65F-104F12F0928B}"/>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92A53DF8-C74A-1861-3DFF-D036B26244D9}"/>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8ECB3D64-1497-E126-BAB4-053CC2A818FB}"/>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8111F855-70BD-8CB5-4EB7-EB9364207887}"/>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99FABDE3-AEE1-4313-6319-6C20359822D1}"/>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355" name="Google Shape;355;p18">
            <a:extLst>
              <a:ext uri="{FF2B5EF4-FFF2-40B4-BE49-F238E27FC236}">
                <a16:creationId xmlns:a16="http://schemas.microsoft.com/office/drawing/2014/main" id="{D7D23428-4270-1D0B-36C7-13EE423512D4}"/>
              </a:ext>
            </a:extLst>
          </p:cNvPr>
          <p:cNvSpPr/>
          <p:nvPr/>
        </p:nvSpPr>
        <p:spPr>
          <a:xfrm>
            <a:off x="7585229" y="9326938"/>
            <a:ext cx="204417" cy="175083"/>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56" name="Google Shape;356;p18">
            <a:extLst>
              <a:ext uri="{FF2B5EF4-FFF2-40B4-BE49-F238E27FC236}">
                <a16:creationId xmlns:a16="http://schemas.microsoft.com/office/drawing/2014/main" id="{30FD7692-A097-5ABC-6E7C-19AFE174EBEC}"/>
              </a:ext>
            </a:extLst>
          </p:cNvPr>
          <p:cNvSpPr/>
          <p:nvPr/>
        </p:nvSpPr>
        <p:spPr>
          <a:xfrm>
            <a:off x="5202562" y="9340089"/>
            <a:ext cx="204417" cy="175083"/>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57" name="Google Shape;357;p18">
            <a:extLst>
              <a:ext uri="{FF2B5EF4-FFF2-40B4-BE49-F238E27FC236}">
                <a16:creationId xmlns:a16="http://schemas.microsoft.com/office/drawing/2014/main" id="{D0E3CCFA-9077-B03F-4C91-8AFA24D475E1}"/>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98626DDC-23B8-A0AD-2F77-97B1D76B82F9}"/>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5A0ADF92-B30C-F467-B41F-1BE23F723446}"/>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906A66AD-0BBC-5FF7-345D-839E44B05766}"/>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AFE4F527-C84B-C333-D3C7-1F15F5EDB8B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21D64CA9-6231-2A5E-151C-5E7E1FF2776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64CC9E08-243F-76D5-5CE1-FD8E19AC316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99156A38-477D-24CA-40D9-1CDAF9FA546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0457D88A-6B51-60FE-3AF8-BA486460185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965E3F98-AFB1-DD61-FF89-325023286861}"/>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8379167E-0AA7-6C4F-CE83-59B007CB3C7E}"/>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AFF8DB11-C4ED-1119-C5C9-51479551FDA2}"/>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AB0F893F-587A-4C6F-7037-9A5594573CD1}"/>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3FFC3323-99E7-4504-36D1-402C3A32BFA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F6E09D0E-DAF4-2CA7-CF8C-002FA608DBA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518B918A-468C-806D-02BD-03C8254726C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4DA61F55-E888-0F64-3655-D7E807EE905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4EBD6C57-0676-D830-51C5-606D8EBE1C8A}"/>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F3F6812D-4CF6-9F0F-A8E0-447800E0431D}"/>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CB466ECC-3EA1-1DD1-7609-3E3F306A7208}"/>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79E39CD5-5107-9F4A-7D6E-4F8DFA16A42D}"/>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A6579FD9-4E6F-8BEF-8BED-B2F50FF9CB15}"/>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BC81ECE7-AAB4-5162-3581-B5D96FBCC20D}"/>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1006300B-EE90-307D-7A2B-CAF16557614B}"/>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C5FD1439-1F22-8613-ED3A-88228B6E066F}"/>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880F72B7-D18A-74FA-EC8D-61632BD1659D}"/>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1D9DD87B-5CD6-7C37-7DF8-97FC5AA47468}"/>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38E6EDD9-DE42-F6E8-F95A-E906CCAA3C37}"/>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73666D2C-9B25-B943-C3D3-83459780DF63}"/>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F99CC08A-33C5-AE39-1BC0-4C39A6A24AF6}"/>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197F4F74-53BA-D4C9-1E68-E3ECCFB5F13A}"/>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48A82949-E22C-408B-EB7A-042B20D9E93D}"/>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FCBDC19D-C29A-F0BD-81F5-C3EBD96DE0C7}"/>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F2C4C285-EC6A-06CE-FCF8-CC0B4120D087}"/>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92C4B78D-0C6F-BB7B-C19A-BCC2D9A8C276}"/>
              </a:ext>
            </a:extLst>
          </p:cNvPr>
          <p:cNvSpPr txBox="1"/>
          <p:nvPr/>
        </p:nvSpPr>
        <p:spPr>
          <a:xfrm>
            <a:off x="5924475" y="2930048"/>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5FA2C6EB-5F36-431E-B5E5-2672E2C3D850}"/>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B0C6EB28-28D9-DCA5-756F-2CF8764BC8B2}"/>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F0BEF23A-91B8-0A63-7ECE-F1BFF8595653}"/>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B5F27A30-4462-D6FC-F2CF-BF8A43725E5F}"/>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78AA1889-B1E8-21B9-3303-D435B61E1099}"/>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973C7A6B-EF10-181B-BEB7-0F001E6344F7}"/>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31" name="Google Shape;292;p18">
            <a:extLst>
              <a:ext uri="{FF2B5EF4-FFF2-40B4-BE49-F238E27FC236}">
                <a16:creationId xmlns:a16="http://schemas.microsoft.com/office/drawing/2014/main" id="{80DC22D2-C128-48E2-3906-B511B6A10490}"/>
              </a:ext>
            </a:extLst>
          </p:cNvPr>
          <p:cNvSpPr/>
          <p:nvPr/>
        </p:nvSpPr>
        <p:spPr>
          <a:xfrm>
            <a:off x="9735851" y="69777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2" name="Google Shape;293;p18">
            <a:extLst>
              <a:ext uri="{FF2B5EF4-FFF2-40B4-BE49-F238E27FC236}">
                <a16:creationId xmlns:a16="http://schemas.microsoft.com/office/drawing/2014/main" id="{15D74746-C23B-2259-DB73-BC0B53E8CF9C}"/>
              </a:ext>
            </a:extLst>
          </p:cNvPr>
          <p:cNvSpPr txBox="1"/>
          <p:nvPr/>
        </p:nvSpPr>
        <p:spPr>
          <a:xfrm>
            <a:off x="9628606" y="69450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4" name="Google Shape;292;p18">
            <a:extLst>
              <a:ext uri="{FF2B5EF4-FFF2-40B4-BE49-F238E27FC236}">
                <a16:creationId xmlns:a16="http://schemas.microsoft.com/office/drawing/2014/main" id="{ED9FD804-6D74-B321-3712-73CE6BB324F6}"/>
              </a:ext>
            </a:extLst>
          </p:cNvPr>
          <p:cNvSpPr/>
          <p:nvPr/>
        </p:nvSpPr>
        <p:spPr>
          <a:xfrm>
            <a:off x="12432773" y="682079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5" name="Google Shape;293;p18">
            <a:extLst>
              <a:ext uri="{FF2B5EF4-FFF2-40B4-BE49-F238E27FC236}">
                <a16:creationId xmlns:a16="http://schemas.microsoft.com/office/drawing/2014/main" id="{24FAA5D2-A268-7E93-AC25-316A9C7B111B}"/>
              </a:ext>
            </a:extLst>
          </p:cNvPr>
          <p:cNvSpPr txBox="1"/>
          <p:nvPr/>
        </p:nvSpPr>
        <p:spPr>
          <a:xfrm>
            <a:off x="12382678" y="678815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436" name="Google Shape;292;p18">
            <a:extLst>
              <a:ext uri="{FF2B5EF4-FFF2-40B4-BE49-F238E27FC236}">
                <a16:creationId xmlns:a16="http://schemas.microsoft.com/office/drawing/2014/main" id="{591DECCE-52C6-E7D0-81BF-3F75BA333C78}"/>
              </a:ext>
            </a:extLst>
          </p:cNvPr>
          <p:cNvSpPr/>
          <p:nvPr/>
        </p:nvSpPr>
        <p:spPr>
          <a:xfrm>
            <a:off x="9612245" y="66885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7" name="Google Shape;293;p18">
            <a:extLst>
              <a:ext uri="{FF2B5EF4-FFF2-40B4-BE49-F238E27FC236}">
                <a16:creationId xmlns:a16="http://schemas.microsoft.com/office/drawing/2014/main" id="{95544FC8-8EFC-4F4C-5A9F-7CEEB4EE4F90}"/>
              </a:ext>
            </a:extLst>
          </p:cNvPr>
          <p:cNvSpPr txBox="1"/>
          <p:nvPr/>
        </p:nvSpPr>
        <p:spPr>
          <a:xfrm>
            <a:off x="9568500" y="66558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438" name="Google Shape;292;p18">
            <a:extLst>
              <a:ext uri="{FF2B5EF4-FFF2-40B4-BE49-F238E27FC236}">
                <a16:creationId xmlns:a16="http://schemas.microsoft.com/office/drawing/2014/main" id="{AFAE55A7-2E27-1BE5-80E8-428DA41C88A7}"/>
              </a:ext>
            </a:extLst>
          </p:cNvPr>
          <p:cNvSpPr/>
          <p:nvPr/>
        </p:nvSpPr>
        <p:spPr>
          <a:xfrm>
            <a:off x="9864308" y="669677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9" name="Google Shape;293;p18">
            <a:extLst>
              <a:ext uri="{FF2B5EF4-FFF2-40B4-BE49-F238E27FC236}">
                <a16:creationId xmlns:a16="http://schemas.microsoft.com/office/drawing/2014/main" id="{BCD8717B-47BB-C153-CC81-38854675996E}"/>
              </a:ext>
            </a:extLst>
          </p:cNvPr>
          <p:cNvSpPr txBox="1"/>
          <p:nvPr/>
        </p:nvSpPr>
        <p:spPr>
          <a:xfrm>
            <a:off x="9757063" y="666413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440" name="Google Shape;248;p18">
            <a:extLst>
              <a:ext uri="{FF2B5EF4-FFF2-40B4-BE49-F238E27FC236}">
                <a16:creationId xmlns:a16="http://schemas.microsoft.com/office/drawing/2014/main" id="{1DB913F9-C332-A0E4-D0D6-75F021F1BD30}"/>
              </a:ext>
            </a:extLst>
          </p:cNvPr>
          <p:cNvPicPr preferRelativeResize="0"/>
          <p:nvPr/>
        </p:nvPicPr>
        <p:blipFill>
          <a:blip r:embed="rId8">
            <a:alphaModFix/>
          </a:blip>
          <a:stretch>
            <a:fillRect/>
          </a:stretch>
        </p:blipFill>
        <p:spPr>
          <a:xfrm>
            <a:off x="10013212" y="7303190"/>
            <a:ext cx="809211" cy="470250"/>
          </a:xfrm>
          <a:prstGeom prst="rect">
            <a:avLst/>
          </a:prstGeom>
          <a:noFill/>
          <a:ln>
            <a:noFill/>
          </a:ln>
        </p:spPr>
      </p:pic>
      <p:cxnSp>
        <p:nvCxnSpPr>
          <p:cNvPr id="441" name="Google Shape;249;p18">
            <a:extLst>
              <a:ext uri="{FF2B5EF4-FFF2-40B4-BE49-F238E27FC236}">
                <a16:creationId xmlns:a16="http://schemas.microsoft.com/office/drawing/2014/main" id="{9A13AB8C-60C1-DF90-74A8-2EC0F284E9BF}"/>
              </a:ext>
            </a:extLst>
          </p:cNvPr>
          <p:cNvCxnSpPr>
            <a:cxnSpLocks/>
          </p:cNvCxnSpPr>
          <p:nvPr/>
        </p:nvCxnSpPr>
        <p:spPr>
          <a:xfrm>
            <a:off x="10149297" y="7846944"/>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44" name="Google Shape;253;p18">
            <a:extLst>
              <a:ext uri="{FF2B5EF4-FFF2-40B4-BE49-F238E27FC236}">
                <a16:creationId xmlns:a16="http://schemas.microsoft.com/office/drawing/2014/main" id="{20C8E481-EA2B-426E-74B0-818DEE623063}"/>
              </a:ext>
            </a:extLst>
          </p:cNvPr>
          <p:cNvSpPr txBox="1"/>
          <p:nvPr/>
        </p:nvSpPr>
        <p:spPr>
          <a:xfrm>
            <a:off x="10609063" y="7302882"/>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445" name="Google Shape;254;p18">
            <a:extLst>
              <a:ext uri="{FF2B5EF4-FFF2-40B4-BE49-F238E27FC236}">
                <a16:creationId xmlns:a16="http://schemas.microsoft.com/office/drawing/2014/main" id="{1A92C687-903C-0ADD-7BBE-4E96C691B38B}"/>
              </a:ext>
            </a:extLst>
          </p:cNvPr>
          <p:cNvSpPr txBox="1"/>
          <p:nvPr/>
        </p:nvSpPr>
        <p:spPr>
          <a:xfrm>
            <a:off x="11832014" y="7301517"/>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6" name="Google Shape;255;p18">
            <a:extLst>
              <a:ext uri="{FF2B5EF4-FFF2-40B4-BE49-F238E27FC236}">
                <a16:creationId xmlns:a16="http://schemas.microsoft.com/office/drawing/2014/main" id="{229332D7-52C7-1E49-4ED7-C641FA953218}"/>
              </a:ext>
            </a:extLst>
          </p:cNvPr>
          <p:cNvSpPr txBox="1"/>
          <p:nvPr/>
        </p:nvSpPr>
        <p:spPr>
          <a:xfrm>
            <a:off x="12523990" y="7301203"/>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7" name="Google Shape;292;p18">
            <a:extLst>
              <a:ext uri="{FF2B5EF4-FFF2-40B4-BE49-F238E27FC236}">
                <a16:creationId xmlns:a16="http://schemas.microsoft.com/office/drawing/2014/main" id="{3D03AADB-20BB-1C9C-BD61-ACFBB4912055}"/>
              </a:ext>
            </a:extLst>
          </p:cNvPr>
          <p:cNvSpPr/>
          <p:nvPr/>
        </p:nvSpPr>
        <p:spPr>
          <a:xfrm>
            <a:off x="12292076" y="739912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48" name="Google Shape;293;p18">
            <a:extLst>
              <a:ext uri="{FF2B5EF4-FFF2-40B4-BE49-F238E27FC236}">
                <a16:creationId xmlns:a16="http://schemas.microsoft.com/office/drawing/2014/main" id="{E1128C5E-FA80-BB06-7888-604F86E57B2E}"/>
              </a:ext>
            </a:extLst>
          </p:cNvPr>
          <p:cNvSpPr txBox="1"/>
          <p:nvPr/>
        </p:nvSpPr>
        <p:spPr>
          <a:xfrm>
            <a:off x="12153873" y="7366492"/>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449" name="Google Shape;292;p18">
            <a:extLst>
              <a:ext uri="{FF2B5EF4-FFF2-40B4-BE49-F238E27FC236}">
                <a16:creationId xmlns:a16="http://schemas.microsoft.com/office/drawing/2014/main" id="{4A79EAFE-677F-DBA5-44B2-1AFF49C02885}"/>
              </a:ext>
            </a:extLst>
          </p:cNvPr>
          <p:cNvSpPr/>
          <p:nvPr/>
        </p:nvSpPr>
        <p:spPr>
          <a:xfrm>
            <a:off x="10149975" y="75303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0" name="Google Shape;293;p18">
            <a:extLst>
              <a:ext uri="{FF2B5EF4-FFF2-40B4-BE49-F238E27FC236}">
                <a16:creationId xmlns:a16="http://schemas.microsoft.com/office/drawing/2014/main" id="{50B556EB-D7D6-4911-E3E2-BD2355414AFA}"/>
              </a:ext>
            </a:extLst>
          </p:cNvPr>
          <p:cNvSpPr txBox="1"/>
          <p:nvPr/>
        </p:nvSpPr>
        <p:spPr>
          <a:xfrm>
            <a:off x="10042730" y="74976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451" name="Google Shape;292;p18">
            <a:extLst>
              <a:ext uri="{FF2B5EF4-FFF2-40B4-BE49-F238E27FC236}">
                <a16:creationId xmlns:a16="http://schemas.microsoft.com/office/drawing/2014/main" id="{01E9680C-E92A-FA76-9A67-0E6E1ACDD27B}"/>
              </a:ext>
            </a:extLst>
          </p:cNvPr>
          <p:cNvSpPr/>
          <p:nvPr/>
        </p:nvSpPr>
        <p:spPr>
          <a:xfrm>
            <a:off x="12969116" y="739464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2" name="Google Shape;293;p18">
            <a:extLst>
              <a:ext uri="{FF2B5EF4-FFF2-40B4-BE49-F238E27FC236}">
                <a16:creationId xmlns:a16="http://schemas.microsoft.com/office/drawing/2014/main" id="{AA98CA74-44E3-7C87-9794-3A9A44EBB18F}"/>
              </a:ext>
            </a:extLst>
          </p:cNvPr>
          <p:cNvSpPr txBox="1"/>
          <p:nvPr/>
        </p:nvSpPr>
        <p:spPr>
          <a:xfrm>
            <a:off x="12919021" y="7371535"/>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453" name="Google Shape;292;p18">
            <a:extLst>
              <a:ext uri="{FF2B5EF4-FFF2-40B4-BE49-F238E27FC236}">
                <a16:creationId xmlns:a16="http://schemas.microsoft.com/office/drawing/2014/main" id="{412BB01D-F03B-06B8-D360-782C85BCAE43}"/>
              </a:ext>
            </a:extLst>
          </p:cNvPr>
          <p:cNvSpPr/>
          <p:nvPr/>
        </p:nvSpPr>
        <p:spPr>
          <a:xfrm>
            <a:off x="10148588" y="726237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4" name="Google Shape;293;p18">
            <a:extLst>
              <a:ext uri="{FF2B5EF4-FFF2-40B4-BE49-F238E27FC236}">
                <a16:creationId xmlns:a16="http://schemas.microsoft.com/office/drawing/2014/main" id="{E7CB0553-B51A-A2E1-8CDE-A905CC03FABF}"/>
              </a:ext>
            </a:extLst>
          </p:cNvPr>
          <p:cNvSpPr txBox="1"/>
          <p:nvPr/>
        </p:nvSpPr>
        <p:spPr>
          <a:xfrm>
            <a:off x="10012771" y="7227361"/>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455" name="Google Shape;292;p18">
            <a:extLst>
              <a:ext uri="{FF2B5EF4-FFF2-40B4-BE49-F238E27FC236}">
                <a16:creationId xmlns:a16="http://schemas.microsoft.com/office/drawing/2014/main" id="{057E1CC4-D178-43A7-E5E1-D310A7ADAEAA}"/>
              </a:ext>
            </a:extLst>
          </p:cNvPr>
          <p:cNvSpPr/>
          <p:nvPr/>
        </p:nvSpPr>
        <p:spPr>
          <a:xfrm>
            <a:off x="10400651" y="72706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6" name="Google Shape;293;p18">
            <a:extLst>
              <a:ext uri="{FF2B5EF4-FFF2-40B4-BE49-F238E27FC236}">
                <a16:creationId xmlns:a16="http://schemas.microsoft.com/office/drawing/2014/main" id="{8DEF26EA-9462-1C95-0ACC-291F8C6D1498}"/>
              </a:ext>
            </a:extLst>
          </p:cNvPr>
          <p:cNvSpPr txBox="1"/>
          <p:nvPr/>
        </p:nvSpPr>
        <p:spPr>
          <a:xfrm>
            <a:off x="10344206" y="72379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457" name="Google Shape;292;p18">
            <a:extLst>
              <a:ext uri="{FF2B5EF4-FFF2-40B4-BE49-F238E27FC236}">
                <a16:creationId xmlns:a16="http://schemas.microsoft.com/office/drawing/2014/main" id="{FFF24861-9EF6-BDBC-E38E-436F028B53C4}"/>
              </a:ext>
            </a:extLst>
          </p:cNvPr>
          <p:cNvSpPr/>
          <p:nvPr/>
        </p:nvSpPr>
        <p:spPr>
          <a:xfrm>
            <a:off x="10412947" y="753893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8" name="Google Shape;293;p18">
            <a:extLst>
              <a:ext uri="{FF2B5EF4-FFF2-40B4-BE49-F238E27FC236}">
                <a16:creationId xmlns:a16="http://schemas.microsoft.com/office/drawing/2014/main" id="{3BA22D3B-4389-B6C4-F474-1548521B6222}"/>
              </a:ext>
            </a:extLst>
          </p:cNvPr>
          <p:cNvSpPr txBox="1"/>
          <p:nvPr/>
        </p:nvSpPr>
        <p:spPr>
          <a:xfrm>
            <a:off x="10274746" y="7503915"/>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464" name="Google Shape;389;p18">
            <a:extLst>
              <a:ext uri="{FF2B5EF4-FFF2-40B4-BE49-F238E27FC236}">
                <a16:creationId xmlns:a16="http://schemas.microsoft.com/office/drawing/2014/main" id="{F253A188-ED78-15ED-EE43-1EA14CF9564C}"/>
              </a:ext>
            </a:extLst>
          </p:cNvPr>
          <p:cNvCxnSpPr>
            <a:cxnSpLocks/>
          </p:cNvCxnSpPr>
          <p:nvPr/>
        </p:nvCxnSpPr>
        <p:spPr>
          <a:xfrm>
            <a:off x="10394759" y="7973295"/>
            <a:ext cx="0" cy="325081"/>
          </a:xfrm>
          <a:prstGeom prst="straightConnector1">
            <a:avLst/>
          </a:prstGeom>
          <a:noFill/>
          <a:ln w="28575" cap="flat" cmpd="sng">
            <a:solidFill>
              <a:schemeClr val="dk2"/>
            </a:solidFill>
            <a:prstDash val="dot"/>
            <a:round/>
            <a:headEnd type="none" w="med" len="med"/>
            <a:tailEnd type="none" w="med" len="med"/>
          </a:ln>
        </p:spPr>
      </p:cxnSp>
      <p:pic>
        <p:nvPicPr>
          <p:cNvPr id="481" name="Google Shape;248;p18">
            <a:extLst>
              <a:ext uri="{FF2B5EF4-FFF2-40B4-BE49-F238E27FC236}">
                <a16:creationId xmlns:a16="http://schemas.microsoft.com/office/drawing/2014/main" id="{AC913B83-70CE-6A49-9C23-90B5D65997E7}"/>
              </a:ext>
            </a:extLst>
          </p:cNvPr>
          <p:cNvPicPr preferRelativeResize="0"/>
          <p:nvPr/>
        </p:nvPicPr>
        <p:blipFill>
          <a:blip r:embed="rId8">
            <a:alphaModFix/>
          </a:blip>
          <a:stretch>
            <a:fillRect/>
          </a:stretch>
        </p:blipFill>
        <p:spPr>
          <a:xfrm>
            <a:off x="10554840" y="8273346"/>
            <a:ext cx="809211" cy="470250"/>
          </a:xfrm>
          <a:prstGeom prst="rect">
            <a:avLst/>
          </a:prstGeom>
          <a:noFill/>
          <a:ln>
            <a:noFill/>
          </a:ln>
        </p:spPr>
      </p:pic>
      <p:cxnSp>
        <p:nvCxnSpPr>
          <p:cNvPr id="482" name="Google Shape;249;p18">
            <a:extLst>
              <a:ext uri="{FF2B5EF4-FFF2-40B4-BE49-F238E27FC236}">
                <a16:creationId xmlns:a16="http://schemas.microsoft.com/office/drawing/2014/main" id="{4A0B9CC0-72D8-EB74-AB7A-565045AA7530}"/>
              </a:ext>
            </a:extLst>
          </p:cNvPr>
          <p:cNvCxnSpPr>
            <a:cxnSpLocks/>
          </p:cNvCxnSpPr>
          <p:nvPr/>
        </p:nvCxnSpPr>
        <p:spPr>
          <a:xfrm>
            <a:off x="10690925" y="8817100"/>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83" name="Google Shape;253;p18">
            <a:extLst>
              <a:ext uri="{FF2B5EF4-FFF2-40B4-BE49-F238E27FC236}">
                <a16:creationId xmlns:a16="http://schemas.microsoft.com/office/drawing/2014/main" id="{688D892C-7BCF-59FF-CF1B-C820CF6D9175}"/>
              </a:ext>
            </a:extLst>
          </p:cNvPr>
          <p:cNvSpPr txBox="1"/>
          <p:nvPr/>
        </p:nvSpPr>
        <p:spPr>
          <a:xfrm>
            <a:off x="11150691" y="8273038"/>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484" name="Google Shape;254;p18">
            <a:extLst>
              <a:ext uri="{FF2B5EF4-FFF2-40B4-BE49-F238E27FC236}">
                <a16:creationId xmlns:a16="http://schemas.microsoft.com/office/drawing/2014/main" id="{CAC7CA80-CBD9-82F6-9F28-3A4C969E2924}"/>
              </a:ext>
            </a:extLst>
          </p:cNvPr>
          <p:cNvSpPr txBox="1"/>
          <p:nvPr/>
        </p:nvSpPr>
        <p:spPr>
          <a:xfrm>
            <a:off x="12373642" y="8271673"/>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5" name="Google Shape;255;p18">
            <a:extLst>
              <a:ext uri="{FF2B5EF4-FFF2-40B4-BE49-F238E27FC236}">
                <a16:creationId xmlns:a16="http://schemas.microsoft.com/office/drawing/2014/main" id="{81363E55-1FC0-8855-5934-3BCDDD92846D}"/>
              </a:ext>
            </a:extLst>
          </p:cNvPr>
          <p:cNvSpPr txBox="1"/>
          <p:nvPr/>
        </p:nvSpPr>
        <p:spPr>
          <a:xfrm>
            <a:off x="13065618" y="8271359"/>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6" name="Google Shape;292;p18">
            <a:extLst>
              <a:ext uri="{FF2B5EF4-FFF2-40B4-BE49-F238E27FC236}">
                <a16:creationId xmlns:a16="http://schemas.microsoft.com/office/drawing/2014/main" id="{3E6CFA37-A220-E8DF-CEDD-DFD084A0D090}"/>
              </a:ext>
            </a:extLst>
          </p:cNvPr>
          <p:cNvSpPr/>
          <p:nvPr/>
        </p:nvSpPr>
        <p:spPr>
          <a:xfrm>
            <a:off x="12833704" y="83692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7" name="Google Shape;293;p18">
            <a:extLst>
              <a:ext uri="{FF2B5EF4-FFF2-40B4-BE49-F238E27FC236}">
                <a16:creationId xmlns:a16="http://schemas.microsoft.com/office/drawing/2014/main" id="{7A8933DE-0D74-3D8F-5C76-35CE55408EAB}"/>
              </a:ext>
            </a:extLst>
          </p:cNvPr>
          <p:cNvSpPr txBox="1"/>
          <p:nvPr/>
        </p:nvSpPr>
        <p:spPr>
          <a:xfrm>
            <a:off x="12781309" y="8353731"/>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88" name="Google Shape;292;p18">
            <a:extLst>
              <a:ext uri="{FF2B5EF4-FFF2-40B4-BE49-F238E27FC236}">
                <a16:creationId xmlns:a16="http://schemas.microsoft.com/office/drawing/2014/main" id="{AB475AF6-D125-B86F-5990-20817459C242}"/>
              </a:ext>
            </a:extLst>
          </p:cNvPr>
          <p:cNvSpPr/>
          <p:nvPr/>
        </p:nvSpPr>
        <p:spPr>
          <a:xfrm>
            <a:off x="10691603" y="850047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9" name="Google Shape;293;p18">
            <a:extLst>
              <a:ext uri="{FF2B5EF4-FFF2-40B4-BE49-F238E27FC236}">
                <a16:creationId xmlns:a16="http://schemas.microsoft.com/office/drawing/2014/main" id="{D8FA6528-4A33-5DA2-2963-A6451E85084B}"/>
              </a:ext>
            </a:extLst>
          </p:cNvPr>
          <p:cNvSpPr txBox="1"/>
          <p:nvPr/>
        </p:nvSpPr>
        <p:spPr>
          <a:xfrm>
            <a:off x="10634578" y="8473214"/>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490" name="Google Shape;292;p18">
            <a:extLst>
              <a:ext uri="{FF2B5EF4-FFF2-40B4-BE49-F238E27FC236}">
                <a16:creationId xmlns:a16="http://schemas.microsoft.com/office/drawing/2014/main" id="{A06F88D4-F0DA-9D71-1AEA-9DA6C68C6F29}"/>
              </a:ext>
            </a:extLst>
          </p:cNvPr>
          <p:cNvSpPr/>
          <p:nvPr/>
        </p:nvSpPr>
        <p:spPr>
          <a:xfrm>
            <a:off x="13510744" y="8364803"/>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1" name="Google Shape;293;p18">
            <a:extLst>
              <a:ext uri="{FF2B5EF4-FFF2-40B4-BE49-F238E27FC236}">
                <a16:creationId xmlns:a16="http://schemas.microsoft.com/office/drawing/2014/main" id="{7D86F801-E1F2-0780-4DF3-5274614035D6}"/>
              </a:ext>
            </a:extLst>
          </p:cNvPr>
          <p:cNvSpPr txBox="1"/>
          <p:nvPr/>
        </p:nvSpPr>
        <p:spPr>
          <a:xfrm>
            <a:off x="13425335" y="8343284"/>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492" name="Google Shape;292;p18">
            <a:extLst>
              <a:ext uri="{FF2B5EF4-FFF2-40B4-BE49-F238E27FC236}">
                <a16:creationId xmlns:a16="http://schemas.microsoft.com/office/drawing/2014/main" id="{365F88F7-F9D6-A418-2A1B-0E0D36033615}"/>
              </a:ext>
            </a:extLst>
          </p:cNvPr>
          <p:cNvSpPr/>
          <p:nvPr/>
        </p:nvSpPr>
        <p:spPr>
          <a:xfrm>
            <a:off x="10704703" y="823473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3" name="Google Shape;293;p18">
            <a:extLst>
              <a:ext uri="{FF2B5EF4-FFF2-40B4-BE49-F238E27FC236}">
                <a16:creationId xmlns:a16="http://schemas.microsoft.com/office/drawing/2014/main" id="{3D48777E-0DE3-6C57-6CFA-8CD7862F81DD}"/>
              </a:ext>
            </a:extLst>
          </p:cNvPr>
          <p:cNvSpPr txBox="1"/>
          <p:nvPr/>
        </p:nvSpPr>
        <p:spPr>
          <a:xfrm>
            <a:off x="10650080" y="8207729"/>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9" name="Google Shape;320;p18">
            <a:extLst>
              <a:ext uri="{FF2B5EF4-FFF2-40B4-BE49-F238E27FC236}">
                <a16:creationId xmlns:a16="http://schemas.microsoft.com/office/drawing/2014/main" id="{37F31175-7584-1341-5AB0-0A1EC6FAFC72}"/>
              </a:ext>
            </a:extLst>
          </p:cNvPr>
          <p:cNvSpPr/>
          <p:nvPr/>
        </p:nvSpPr>
        <p:spPr>
          <a:xfrm>
            <a:off x="11654473" y="9220001"/>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02" name="Google Shape;292;p18">
            <a:extLst>
              <a:ext uri="{FF2B5EF4-FFF2-40B4-BE49-F238E27FC236}">
                <a16:creationId xmlns:a16="http://schemas.microsoft.com/office/drawing/2014/main" id="{07519C18-6E75-EF44-E7D5-9CCD4D55C355}"/>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B820F4C2-6AE4-8888-7FA6-6D15389D6CCE}"/>
              </a:ext>
            </a:extLst>
          </p:cNvPr>
          <p:cNvSpPr txBox="1"/>
          <p:nvPr/>
        </p:nvSpPr>
        <p:spPr>
          <a:xfrm>
            <a:off x="5704233" y="6320439"/>
            <a:ext cx="5790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FD20BB46-E6F1-24E7-D9F3-082C39274158}"/>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6DC45787-E7D2-DA56-701C-E4A38AFC9023}"/>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2F56FC62-6CB4-9D1A-E645-5A4CF3844EB2}"/>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0E651ABB-EAA8-BF3B-B39D-F90DE49246C4}"/>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460ED052-1C14-DE77-CB0A-3F320E5FF916}"/>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2CDC741A-045A-5F8C-B281-2520548950B1}"/>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6585B820-088A-834F-9EF4-03540138DC1C}"/>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774ECA2-BAF8-AEED-8AAD-B2BD445854B4}"/>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12147FD-A23D-82E9-C336-884B2EB614B8}"/>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Google Shape;232;p18">
            <a:extLst>
              <a:ext uri="{FF2B5EF4-FFF2-40B4-BE49-F238E27FC236}">
                <a16:creationId xmlns:a16="http://schemas.microsoft.com/office/drawing/2014/main" id="{622DEE77-F8C8-23D8-87A7-D7075F168F88}"/>
              </a:ext>
            </a:extLst>
          </p:cNvPr>
          <p:cNvSpPr txBox="1"/>
          <p:nvPr/>
        </p:nvSpPr>
        <p:spPr>
          <a:xfrm>
            <a:off x="9365552" y="4610486"/>
            <a:ext cx="4467375" cy="1574744"/>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400" b="1" dirty="0">
                <a:solidFill>
                  <a:schemeClr val="dk2"/>
                </a:solidFill>
                <a:latin typeface="Source Sans 3"/>
                <a:ea typeface="Source Sans 3"/>
                <a:cs typeface="Source Sans 3"/>
                <a:sym typeface="Source Sans 3"/>
              </a:rPr>
              <a:t>e</a:t>
            </a:r>
            <a:r>
              <a:rPr lang="en" sz="1400" b="1" dirty="0">
                <a:solidFill>
                  <a:schemeClr val="dk2"/>
                </a:solidFill>
                <a:latin typeface="Source Sans 3"/>
                <a:ea typeface="Source Sans 3"/>
                <a:cs typeface="Source Sans 3"/>
                <a:sym typeface="Source Sans 3"/>
              </a:rPr>
              <a:t>ngagement_communication()</a:t>
            </a:r>
            <a:br>
              <a:rPr lang="en" sz="1400" b="1" dirty="0">
                <a:solidFill>
                  <a:schemeClr val="dk2"/>
                </a:solidFill>
                <a:latin typeface="Source Sans 3"/>
                <a:ea typeface="Source Sans 3"/>
                <a:cs typeface="Source Sans 3"/>
                <a:sym typeface="Source Sans 3"/>
              </a:rPr>
            </a:br>
            <a:r>
              <a:rPr lang="en" sz="1400" dirty="0">
                <a:solidFill>
                  <a:schemeClr val="dk2"/>
                </a:solidFill>
                <a:latin typeface="Source Sans 3"/>
                <a:ea typeface="Source Sans 3"/>
                <a:cs typeface="Source Sans 3"/>
                <a:sym typeface="Source Sans 3"/>
              </a:rPr>
              <a:t>Counts the overall number of messages they have sent.</a:t>
            </a:r>
            <a:br>
              <a:rPr lang="en" sz="1400" dirty="0">
                <a:solidFill>
                  <a:schemeClr val="dk2"/>
                </a:solidFill>
                <a:latin typeface="Source Sans 3"/>
                <a:ea typeface="Source Sans 3"/>
                <a:cs typeface="Source Sans 3"/>
                <a:sym typeface="Source Sans 3"/>
              </a:rPr>
            </a:br>
            <a:endParaRPr lang="en" sz="1400" dirty="0">
              <a:solidFill>
                <a:schemeClr val="dk2"/>
              </a:solidFill>
              <a:latin typeface="Source Sans 3"/>
              <a:ea typeface="Source Sans 3"/>
              <a:cs typeface="Source Sans 3"/>
              <a:sym typeface="Source Sans 3"/>
            </a:endParaRPr>
          </a:p>
          <a:p>
            <a:pPr marL="342900" indent="-342900">
              <a:buFont typeface="+mj-lt"/>
              <a:buAutoNum type="arabicPeriod"/>
            </a:pPr>
            <a:r>
              <a:rPr lang="en-US" sz="1400" b="1" dirty="0">
                <a:solidFill>
                  <a:srgbClr val="628DB5"/>
                </a:solidFill>
                <a:latin typeface="Source Sans 3"/>
                <a:ea typeface="Source Sans 3"/>
                <a:cs typeface="Source Sans 3"/>
                <a:sym typeface="Source Sans 3"/>
              </a:rPr>
              <a:t>e</a:t>
            </a:r>
            <a:r>
              <a:rPr lang="en" sz="1400" b="1" dirty="0">
                <a:solidFill>
                  <a:srgbClr val="628DB5"/>
                </a:solidFill>
                <a:latin typeface="Source Sans 3"/>
                <a:ea typeface="Source Sans 3"/>
                <a:cs typeface="Source Sans 3"/>
                <a:sym typeface="Source Sans 3"/>
              </a:rPr>
              <a:t>ngagement_sentiment()</a:t>
            </a:r>
            <a:br>
              <a:rPr lang="en" sz="1400" b="1" dirty="0">
                <a:solidFill>
                  <a:srgbClr val="628DB5"/>
                </a:solidFill>
                <a:latin typeface="Source Sans 3"/>
                <a:ea typeface="Source Sans 3"/>
                <a:cs typeface="Source Sans 3"/>
                <a:sym typeface="Source Sans 3"/>
              </a:rPr>
            </a:br>
            <a:r>
              <a:rPr lang="en" sz="1400" dirty="0">
                <a:solidFill>
                  <a:schemeClr val="dk2"/>
                </a:solidFill>
                <a:latin typeface="Source Sans 3"/>
                <a:ea typeface="Source Sans 3"/>
                <a:cs typeface="Source Sans 3"/>
                <a:sym typeface="Source Sans 3"/>
              </a:rPr>
              <a:t>Produces an engagement sentiment score.</a:t>
            </a:r>
            <a:endParaRPr sz="1400" b="1" dirty="0">
              <a:solidFill>
                <a:srgbClr val="628DB5"/>
              </a:solidFill>
              <a:latin typeface="Source Sans 3"/>
              <a:ea typeface="Source Sans 3"/>
              <a:cs typeface="Source Sans 3"/>
              <a:sym typeface="Source Sans 3"/>
            </a:endParaRPr>
          </a:p>
        </p:txBody>
      </p:sp>
      <p:sp>
        <p:nvSpPr>
          <p:cNvPr id="7" name="Google Shape;292;p18">
            <a:extLst>
              <a:ext uri="{FF2B5EF4-FFF2-40B4-BE49-F238E27FC236}">
                <a16:creationId xmlns:a16="http://schemas.microsoft.com/office/drawing/2014/main" id="{ABC13ADE-BC5D-E82E-0697-309FC481AB5B}"/>
              </a:ext>
            </a:extLst>
          </p:cNvPr>
          <p:cNvSpPr/>
          <p:nvPr/>
        </p:nvSpPr>
        <p:spPr>
          <a:xfrm>
            <a:off x="10947364" y="851440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9" name="Google Shape;293;p18">
            <a:extLst>
              <a:ext uri="{FF2B5EF4-FFF2-40B4-BE49-F238E27FC236}">
                <a16:creationId xmlns:a16="http://schemas.microsoft.com/office/drawing/2014/main" id="{AEBC84DE-F6DC-9346-DE90-83F40003D3B1}"/>
              </a:ext>
            </a:extLst>
          </p:cNvPr>
          <p:cNvSpPr txBox="1"/>
          <p:nvPr/>
        </p:nvSpPr>
        <p:spPr>
          <a:xfrm>
            <a:off x="10861764" y="8483960"/>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Tree>
    <p:extLst>
      <p:ext uri="{BB962C8B-B14F-4D97-AF65-F5344CB8AC3E}">
        <p14:creationId xmlns:p14="http://schemas.microsoft.com/office/powerpoint/2010/main" val="2930532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65E8E938-BF5C-278C-93C0-1CA8DAC7E61D}"/>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0D9870D8-770A-CDE7-B52D-5D3D6E96F1AE}"/>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1597D4A9-C33F-A7EA-F028-AD59059AEB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cxnSp>
        <p:nvCxnSpPr>
          <p:cNvPr id="212" name="Google Shape;212;p18">
            <a:extLst>
              <a:ext uri="{FF2B5EF4-FFF2-40B4-BE49-F238E27FC236}">
                <a16:creationId xmlns:a16="http://schemas.microsoft.com/office/drawing/2014/main" id="{C6C4601F-5B3C-1F12-A064-12649C27FC5F}"/>
              </a:ext>
            </a:extLst>
          </p:cNvPr>
          <p:cNvCxnSpPr>
            <a:cxnSpLocks/>
          </p:cNvCxnSpPr>
          <p:nvPr/>
        </p:nvCxnSpPr>
        <p:spPr>
          <a:xfrm rot="10800000">
            <a:off x="10903812" y="9195656"/>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213" name="Google Shape;213;p18">
            <a:extLst>
              <a:ext uri="{FF2B5EF4-FFF2-40B4-BE49-F238E27FC236}">
                <a16:creationId xmlns:a16="http://schemas.microsoft.com/office/drawing/2014/main" id="{E4F5CE30-D8F0-D32A-CE23-3DE46A125371}"/>
              </a:ext>
            </a:extLst>
          </p:cNvPr>
          <p:cNvCxnSpPr>
            <a:cxnSpLocks/>
          </p:cNvCxnSpPr>
          <p:nvPr/>
        </p:nvCxnSpPr>
        <p:spPr>
          <a:xfrm rot="10800000">
            <a:off x="10897926" y="9091258"/>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214" name="Google Shape;214;p18">
            <a:extLst>
              <a:ext uri="{FF2B5EF4-FFF2-40B4-BE49-F238E27FC236}">
                <a16:creationId xmlns:a16="http://schemas.microsoft.com/office/drawing/2014/main" id="{3E43595E-FF9E-69EB-F813-02B3710DB040}"/>
              </a:ext>
            </a:extLst>
          </p:cNvPr>
          <p:cNvCxnSpPr>
            <a:cxnSpLocks/>
          </p:cNvCxnSpPr>
          <p:nvPr/>
        </p:nvCxnSpPr>
        <p:spPr>
          <a:xfrm flipH="1">
            <a:off x="10972591" y="9056759"/>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215" name="Google Shape;215;p18">
            <a:extLst>
              <a:ext uri="{FF2B5EF4-FFF2-40B4-BE49-F238E27FC236}">
                <a16:creationId xmlns:a16="http://schemas.microsoft.com/office/drawing/2014/main" id="{72825420-1C48-C240-1C9A-9A995DD392A9}"/>
              </a:ext>
            </a:extLst>
          </p:cNvPr>
          <p:cNvSpPr/>
          <p:nvPr/>
        </p:nvSpPr>
        <p:spPr>
          <a:xfrm>
            <a:off x="10948918" y="917544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216" name="Google Shape;216;p18">
            <a:extLst>
              <a:ext uri="{FF2B5EF4-FFF2-40B4-BE49-F238E27FC236}">
                <a16:creationId xmlns:a16="http://schemas.microsoft.com/office/drawing/2014/main" id="{D9BEA0E0-98AC-6CEA-4EE8-72CB6E671B29}"/>
              </a:ext>
            </a:extLst>
          </p:cNvPr>
          <p:cNvPicPr preferRelativeResize="0"/>
          <p:nvPr/>
        </p:nvPicPr>
        <p:blipFill>
          <a:blip r:embed="rId5">
            <a:alphaModFix/>
          </a:blip>
          <a:stretch>
            <a:fillRect/>
          </a:stretch>
        </p:blipFill>
        <p:spPr>
          <a:xfrm>
            <a:off x="210203" y="8408251"/>
            <a:ext cx="3874636" cy="1607085"/>
          </a:xfrm>
          <a:prstGeom prst="rect">
            <a:avLst/>
          </a:prstGeom>
          <a:noFill/>
          <a:ln>
            <a:noFill/>
          </a:ln>
        </p:spPr>
      </p:pic>
      <p:pic>
        <p:nvPicPr>
          <p:cNvPr id="217" name="Google Shape;217;p18">
            <a:extLst>
              <a:ext uri="{FF2B5EF4-FFF2-40B4-BE49-F238E27FC236}">
                <a16:creationId xmlns:a16="http://schemas.microsoft.com/office/drawing/2014/main" id="{73B739A7-15F0-929B-7C9A-2AC67D7296BE}"/>
              </a:ext>
            </a:extLst>
          </p:cNvPr>
          <p:cNvPicPr preferRelativeResize="0"/>
          <p:nvPr/>
        </p:nvPicPr>
        <p:blipFill>
          <a:blip r:embed="rId5">
            <a:alphaModFix/>
          </a:blip>
          <a:stretch>
            <a:fillRect/>
          </a:stretch>
        </p:blipFill>
        <p:spPr>
          <a:xfrm>
            <a:off x="234403" y="2802519"/>
            <a:ext cx="3830026" cy="4983643"/>
          </a:xfrm>
          <a:prstGeom prst="rect">
            <a:avLst/>
          </a:prstGeom>
          <a:noFill/>
          <a:ln>
            <a:noFill/>
          </a:ln>
        </p:spPr>
      </p:pic>
      <p:sp>
        <p:nvSpPr>
          <p:cNvPr id="220" name="Google Shape;220;p18">
            <a:extLst>
              <a:ext uri="{FF2B5EF4-FFF2-40B4-BE49-F238E27FC236}">
                <a16:creationId xmlns:a16="http://schemas.microsoft.com/office/drawing/2014/main" id="{D6D8D724-7074-7173-5223-9DAD48E58747}"/>
              </a:ext>
            </a:extLst>
          </p:cNvPr>
          <p:cNvSpPr txBox="1"/>
          <p:nvPr/>
        </p:nvSpPr>
        <p:spPr>
          <a:xfrm>
            <a:off x="9398473" y="2540773"/>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D34674C6-A8CB-6432-B28E-F1F0997705FC}"/>
              </a:ext>
            </a:extLst>
          </p:cNvPr>
          <p:cNvSpPr txBox="1"/>
          <p:nvPr/>
        </p:nvSpPr>
        <p:spPr>
          <a:xfrm>
            <a:off x="274320" y="1125021"/>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55612D74-567F-6472-DA1B-4EB9844A19A0}"/>
              </a:ext>
            </a:extLst>
          </p:cNvPr>
          <p:cNvSpPr txBox="1"/>
          <p:nvPr/>
        </p:nvSpPr>
        <p:spPr>
          <a:xfrm>
            <a:off x="4297680" y="1124712"/>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08EA1699-F757-6FD0-7AB7-A60EB6E04247}"/>
              </a:ext>
            </a:extLst>
          </p:cNvPr>
          <p:cNvSpPr txBox="1"/>
          <p:nvPr/>
        </p:nvSpPr>
        <p:spPr>
          <a:xfrm>
            <a:off x="9326880" y="3528925"/>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ED4F1E01-17C2-C885-F52C-4B84DA52BF09}"/>
              </a:ext>
            </a:extLst>
          </p:cNvPr>
          <p:cNvSpPr txBox="1"/>
          <p:nvPr/>
        </p:nvSpPr>
        <p:spPr>
          <a:xfrm>
            <a:off x="274320" y="2718127"/>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8E498264-3352-F4EF-9EF7-98A87EF3B765}"/>
              </a:ext>
            </a:extLst>
          </p:cNvPr>
          <p:cNvSpPr txBox="1"/>
          <p:nvPr/>
        </p:nvSpPr>
        <p:spPr>
          <a:xfrm>
            <a:off x="9326880" y="1124712"/>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45303D8D-33DA-4FAF-4F69-A92653B97F31}"/>
              </a:ext>
            </a:extLst>
          </p:cNvPr>
          <p:cNvSpPr txBox="1"/>
          <p:nvPr/>
        </p:nvSpPr>
        <p:spPr>
          <a:xfrm>
            <a:off x="9419498" y="2613517"/>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4DCBAF10-D6F6-40C8-088D-9DA0B36F3420}"/>
              </a:ext>
            </a:extLst>
          </p:cNvPr>
          <p:cNvSpPr txBox="1"/>
          <p:nvPr/>
        </p:nvSpPr>
        <p:spPr>
          <a:xfrm>
            <a:off x="9324372" y="1564733"/>
            <a:ext cx="3583993"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68F0BEC3-C37E-FA01-5A14-966E0A196899}"/>
              </a:ext>
            </a:extLst>
          </p:cNvPr>
          <p:cNvSpPr txBox="1"/>
          <p:nvPr/>
        </p:nvSpPr>
        <p:spPr>
          <a:xfrm>
            <a:off x="263422" y="1476923"/>
            <a:ext cx="4080214" cy="1390078"/>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provides support for the download of comment data from multiple sources e.g. GitHub, Jira, and mailing lists  (see sailuh/kaiaulu_cheatsheet/cheatsheets/refresher-cheatsheet.pdf). This cheatsheet covers how to take these comments and apply a sentiment to them using a machine learning classifier for sentiment analysis.</a:t>
            </a:r>
            <a:endParaRPr sz="1200" dirty="0">
              <a:solidFill>
                <a:schemeClr val="dk2"/>
              </a:solidFill>
              <a:latin typeface="Source Sans 3"/>
              <a:ea typeface="Source Sans 3"/>
              <a:cs typeface="Source Sans 3"/>
              <a:sym typeface="Source Sans 3"/>
            </a:endParaRPr>
          </a:p>
        </p:txBody>
      </p:sp>
      <p:sp>
        <p:nvSpPr>
          <p:cNvPr id="229" name="Google Shape;229;p18">
            <a:extLst>
              <a:ext uri="{FF2B5EF4-FFF2-40B4-BE49-F238E27FC236}">
                <a16:creationId xmlns:a16="http://schemas.microsoft.com/office/drawing/2014/main" id="{B371EF73-9C62-66D8-5083-2C8F61B0C2C1}"/>
              </a:ext>
            </a:extLst>
          </p:cNvPr>
          <p:cNvSpPr txBox="1"/>
          <p:nvPr/>
        </p:nvSpPr>
        <p:spPr>
          <a:xfrm>
            <a:off x="287688" y="3140376"/>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E45BBBA1-30C6-D796-C64C-3B31355B52FA}"/>
              </a:ext>
            </a:extLst>
          </p:cNvPr>
          <p:cNvSpPr txBox="1"/>
          <p:nvPr/>
        </p:nvSpPr>
        <p:spPr>
          <a:xfrm>
            <a:off x="4302141" y="1691906"/>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3FD46C85-E95F-32A0-2C06-55767F02D563}"/>
              </a:ext>
            </a:extLst>
          </p:cNvPr>
          <p:cNvSpPr txBox="1"/>
          <p:nvPr/>
        </p:nvSpPr>
        <p:spPr>
          <a:xfrm>
            <a:off x="4235479" y="7684611"/>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35B85167-0D82-6938-9AA3-0C0B8A679757}"/>
              </a:ext>
            </a:extLst>
          </p:cNvPr>
          <p:cNvSpPr txBox="1"/>
          <p:nvPr/>
        </p:nvSpPr>
        <p:spPr>
          <a:xfrm>
            <a:off x="9378994" y="4189179"/>
            <a:ext cx="4094147" cy="1205412"/>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a:t>
            </a:r>
            <a:r>
              <a:rPr lang="en" sz="1200" dirty="0">
                <a:solidFill>
                  <a:srgbClr val="628DB5"/>
                </a:solidFill>
                <a:latin typeface="Source Sans 3"/>
                <a:ea typeface="Source Sans 3"/>
                <a:cs typeface="Source Sans 3"/>
                <a:sym typeface="Source Sans 3"/>
              </a:rPr>
              <a:t>engagement_sentiment()</a:t>
            </a:r>
            <a:r>
              <a:rPr lang="en" sz="1200" dirty="0">
                <a:solidFill>
                  <a:schemeClr val="dk2"/>
                </a:solidFill>
                <a:latin typeface="Source Sans 3"/>
                <a:ea typeface="Source Sans 3"/>
                <a:cs typeface="Source Sans 3"/>
                <a:sym typeface="Source Sans 3"/>
              </a:rPr>
              <a:t>. Developer’s comments are grouped by time step within a moving window to form a time series of engagement. Other engagement metric functions can also be combined.</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4C361FAD-97D1-3B63-9A50-0EA49F0289F4}"/>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995A1E73-2208-CBF6-CA93-A22688E97286}"/>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F3525CEC-5682-7EF4-7AA7-11C40C238D6A}"/>
              </a:ext>
            </a:extLst>
          </p:cNvPr>
          <p:cNvSpPr/>
          <p:nvPr/>
        </p:nvSpPr>
        <p:spPr>
          <a:xfrm>
            <a:off x="404387" y="3898220"/>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18104BBB-7C89-6DC5-0C5F-449913CCB9ED}"/>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955CBA6C-432F-DD11-5B95-8C91436C6D29}"/>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2026-4</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793165A0-E1F6-4A1B-6452-59BC37B95635}"/>
              </a:ext>
            </a:extLst>
          </p:cNvPr>
          <p:cNvSpPr txBox="1"/>
          <p:nvPr/>
        </p:nvSpPr>
        <p:spPr>
          <a:xfrm>
            <a:off x="411063" y="4033487"/>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BBC629A1-1AFE-CF2D-71F1-4BDE356E932D}"/>
              </a:ext>
            </a:extLst>
          </p:cNvPr>
          <p:cNvSpPr txBox="1"/>
          <p:nvPr/>
        </p:nvSpPr>
        <p:spPr>
          <a:xfrm>
            <a:off x="1035666" y="3781476"/>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31DDB4B3-9ED9-68D7-1CB2-1A2E7147A60C}"/>
              </a:ext>
            </a:extLst>
          </p:cNvPr>
          <p:cNvSpPr txBox="1"/>
          <p:nvPr/>
        </p:nvSpPr>
        <p:spPr>
          <a:xfrm>
            <a:off x="190069" y="7749716"/>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C97480C1-BB85-9378-47F1-EDC60B480CB4}"/>
              </a:ext>
            </a:extLst>
          </p:cNvPr>
          <p:cNvSpPr/>
          <p:nvPr/>
        </p:nvSpPr>
        <p:spPr>
          <a:xfrm>
            <a:off x="366097" y="8845591"/>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6E97895E-970E-55ED-6012-0B2813557411}"/>
              </a:ext>
            </a:extLst>
          </p:cNvPr>
          <p:cNvSpPr txBox="1"/>
          <p:nvPr/>
        </p:nvSpPr>
        <p:spPr>
          <a:xfrm>
            <a:off x="0" y="9040390"/>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60444F7F-9B55-CAAB-75BC-88D60BD5C055}"/>
              </a:ext>
            </a:extLst>
          </p:cNvPr>
          <p:cNvSpPr txBox="1"/>
          <p:nvPr/>
        </p:nvSpPr>
        <p:spPr>
          <a:xfrm>
            <a:off x="274320" y="8302641"/>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AD11E44B-2557-8254-0FC4-51D590143164}"/>
              </a:ext>
            </a:extLst>
          </p:cNvPr>
          <p:cNvSpPr txBox="1"/>
          <p:nvPr/>
        </p:nvSpPr>
        <p:spPr>
          <a:xfrm>
            <a:off x="1196058" y="8767140"/>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6D95FC82-EF7F-2102-9000-904FE9CED6E1}"/>
              </a:ext>
            </a:extLst>
          </p:cNvPr>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7</a:t>
            </a:r>
            <a:endParaRPr sz="2750" dirty="0">
              <a:solidFill>
                <a:schemeClr val="dk2"/>
              </a:solidFill>
            </a:endParaRPr>
          </a:p>
        </p:txBody>
      </p:sp>
      <p:pic>
        <p:nvPicPr>
          <p:cNvPr id="246" name="Google Shape;246;p18">
            <a:extLst>
              <a:ext uri="{FF2B5EF4-FFF2-40B4-BE49-F238E27FC236}">
                <a16:creationId xmlns:a16="http://schemas.microsoft.com/office/drawing/2014/main" id="{BE44ED9D-9D02-7AC9-AD3C-F282B2615803}"/>
              </a:ext>
            </a:extLst>
          </p:cNvPr>
          <p:cNvPicPr preferRelativeResize="0"/>
          <p:nvPr/>
        </p:nvPicPr>
        <p:blipFill>
          <a:blip r:embed="rId7">
            <a:alphaModFix/>
          </a:blip>
          <a:stretch>
            <a:fillRect/>
          </a:stretch>
        </p:blipFill>
        <p:spPr>
          <a:xfrm>
            <a:off x="9459945" y="5596454"/>
            <a:ext cx="3884579" cy="470250"/>
          </a:xfrm>
          <a:prstGeom prst="rect">
            <a:avLst/>
          </a:prstGeom>
          <a:noFill/>
          <a:ln>
            <a:noFill/>
          </a:ln>
        </p:spPr>
      </p:pic>
      <p:sp>
        <p:nvSpPr>
          <p:cNvPr id="247" name="Google Shape;247;p18">
            <a:extLst>
              <a:ext uri="{FF2B5EF4-FFF2-40B4-BE49-F238E27FC236}">
                <a16:creationId xmlns:a16="http://schemas.microsoft.com/office/drawing/2014/main" id="{77D9663F-3C4E-457B-1A4B-43F7B3FB714D}"/>
              </a:ext>
            </a:extLst>
          </p:cNvPr>
          <p:cNvSpPr txBox="1"/>
          <p:nvPr/>
        </p:nvSpPr>
        <p:spPr>
          <a:xfrm>
            <a:off x="13090976" y="5603947"/>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248" name="Google Shape;248;p18">
            <a:extLst>
              <a:ext uri="{FF2B5EF4-FFF2-40B4-BE49-F238E27FC236}">
                <a16:creationId xmlns:a16="http://schemas.microsoft.com/office/drawing/2014/main" id="{E0B1652E-57BC-BB9D-6E47-EA74BEE2EBDA}"/>
              </a:ext>
            </a:extLst>
          </p:cNvPr>
          <p:cNvPicPr preferRelativeResize="0"/>
          <p:nvPr/>
        </p:nvPicPr>
        <p:blipFill>
          <a:blip r:embed="rId8">
            <a:alphaModFix/>
          </a:blip>
          <a:stretch>
            <a:fillRect/>
          </a:stretch>
        </p:blipFill>
        <p:spPr>
          <a:xfrm>
            <a:off x="9459945" y="5968549"/>
            <a:ext cx="809211" cy="470250"/>
          </a:xfrm>
          <a:prstGeom prst="rect">
            <a:avLst/>
          </a:prstGeom>
          <a:noFill/>
          <a:ln>
            <a:noFill/>
          </a:ln>
        </p:spPr>
      </p:pic>
      <p:cxnSp>
        <p:nvCxnSpPr>
          <p:cNvPr id="249" name="Google Shape;249;p18">
            <a:extLst>
              <a:ext uri="{FF2B5EF4-FFF2-40B4-BE49-F238E27FC236}">
                <a16:creationId xmlns:a16="http://schemas.microsoft.com/office/drawing/2014/main" id="{19DE7C7A-BC02-39C5-5296-B591FCF0023D}"/>
              </a:ext>
            </a:extLst>
          </p:cNvPr>
          <p:cNvCxnSpPr>
            <a:cxnSpLocks/>
          </p:cNvCxnSpPr>
          <p:nvPr/>
        </p:nvCxnSpPr>
        <p:spPr>
          <a:xfrm>
            <a:off x="9596030" y="6512303"/>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50" name="Google Shape;250;p18">
            <a:extLst>
              <a:ext uri="{FF2B5EF4-FFF2-40B4-BE49-F238E27FC236}">
                <a16:creationId xmlns:a16="http://schemas.microsoft.com/office/drawing/2014/main" id="{9FED7E49-CCCA-29E7-9120-A1770A380804}"/>
              </a:ext>
            </a:extLst>
          </p:cNvPr>
          <p:cNvSpPr txBox="1"/>
          <p:nvPr/>
        </p:nvSpPr>
        <p:spPr>
          <a:xfrm>
            <a:off x="9598472" y="6562419"/>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251" name="Google Shape;251;p18">
            <a:extLst>
              <a:ext uri="{FF2B5EF4-FFF2-40B4-BE49-F238E27FC236}">
                <a16:creationId xmlns:a16="http://schemas.microsoft.com/office/drawing/2014/main" id="{9B26B92A-5F4E-F458-18B3-DD7EA839576A}"/>
              </a:ext>
            </a:extLst>
          </p:cNvPr>
          <p:cNvPicPr preferRelativeResize="0"/>
          <p:nvPr/>
        </p:nvPicPr>
        <p:blipFill>
          <a:blip r:embed="rId9">
            <a:alphaModFix/>
          </a:blip>
          <a:stretch>
            <a:fillRect/>
          </a:stretch>
        </p:blipFill>
        <p:spPr>
          <a:xfrm>
            <a:off x="9481674" y="6472968"/>
            <a:ext cx="777249" cy="347527"/>
          </a:xfrm>
          <a:prstGeom prst="rect">
            <a:avLst/>
          </a:prstGeom>
          <a:noFill/>
          <a:ln>
            <a:noFill/>
          </a:ln>
        </p:spPr>
      </p:pic>
      <p:sp>
        <p:nvSpPr>
          <p:cNvPr id="253" name="Google Shape;253;p18">
            <a:extLst>
              <a:ext uri="{FF2B5EF4-FFF2-40B4-BE49-F238E27FC236}">
                <a16:creationId xmlns:a16="http://schemas.microsoft.com/office/drawing/2014/main" id="{19AB38D6-0899-A38C-BE96-5720D38A3C4A}"/>
              </a:ext>
            </a:extLst>
          </p:cNvPr>
          <p:cNvSpPr txBox="1"/>
          <p:nvPr/>
        </p:nvSpPr>
        <p:spPr>
          <a:xfrm>
            <a:off x="10055796" y="5968241"/>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254" name="Google Shape;254;p18">
            <a:extLst>
              <a:ext uri="{FF2B5EF4-FFF2-40B4-BE49-F238E27FC236}">
                <a16:creationId xmlns:a16="http://schemas.microsoft.com/office/drawing/2014/main" id="{D543461A-50DA-1EE6-4799-5B8FE86C55DE}"/>
              </a:ext>
            </a:extLst>
          </p:cNvPr>
          <p:cNvSpPr txBox="1"/>
          <p:nvPr/>
        </p:nvSpPr>
        <p:spPr>
          <a:xfrm>
            <a:off x="11278747" y="5966876"/>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55" name="Google Shape;255;p18">
            <a:extLst>
              <a:ext uri="{FF2B5EF4-FFF2-40B4-BE49-F238E27FC236}">
                <a16:creationId xmlns:a16="http://schemas.microsoft.com/office/drawing/2014/main" id="{2A356C55-BC04-6C35-DDC6-7E620945C74C}"/>
              </a:ext>
            </a:extLst>
          </p:cNvPr>
          <p:cNvSpPr txBox="1"/>
          <p:nvPr/>
        </p:nvSpPr>
        <p:spPr>
          <a:xfrm>
            <a:off x="11970723" y="5966562"/>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92" name="Google Shape;292;p18">
            <a:extLst>
              <a:ext uri="{FF2B5EF4-FFF2-40B4-BE49-F238E27FC236}">
                <a16:creationId xmlns:a16="http://schemas.microsoft.com/office/drawing/2014/main" id="{C86F78D2-AE24-5F70-6F69-29E12B8EBE56}"/>
              </a:ext>
            </a:extLst>
          </p:cNvPr>
          <p:cNvSpPr/>
          <p:nvPr/>
        </p:nvSpPr>
        <p:spPr>
          <a:xfrm>
            <a:off x="11738809" y="6064488"/>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93" name="Google Shape;293;p18">
            <a:extLst>
              <a:ext uri="{FF2B5EF4-FFF2-40B4-BE49-F238E27FC236}">
                <a16:creationId xmlns:a16="http://schemas.microsoft.com/office/drawing/2014/main" id="{875A6FDE-5446-8D0D-C919-4103C7A540B3}"/>
              </a:ext>
            </a:extLst>
          </p:cNvPr>
          <p:cNvSpPr txBox="1"/>
          <p:nvPr/>
        </p:nvSpPr>
        <p:spPr>
          <a:xfrm>
            <a:off x="11631564" y="603185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296" name="Google Shape;296;p18">
            <a:extLst>
              <a:ext uri="{FF2B5EF4-FFF2-40B4-BE49-F238E27FC236}">
                <a16:creationId xmlns:a16="http://schemas.microsoft.com/office/drawing/2014/main" id="{D9854F12-03F4-A015-40F9-8795A2EB0D0A}"/>
              </a:ext>
            </a:extLst>
          </p:cNvPr>
          <p:cNvCxnSpPr>
            <a:cxnSpLocks/>
          </p:cNvCxnSpPr>
          <p:nvPr/>
        </p:nvCxnSpPr>
        <p:spPr>
          <a:xfrm rot="10800000">
            <a:off x="9951623" y="8302641"/>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297" name="Google Shape;297;p18">
            <a:extLst>
              <a:ext uri="{FF2B5EF4-FFF2-40B4-BE49-F238E27FC236}">
                <a16:creationId xmlns:a16="http://schemas.microsoft.com/office/drawing/2014/main" id="{4CFF8415-8090-FF27-E2D4-4CE4CB603083}"/>
              </a:ext>
            </a:extLst>
          </p:cNvPr>
          <p:cNvCxnSpPr>
            <a:cxnSpLocks/>
          </p:cNvCxnSpPr>
          <p:nvPr/>
        </p:nvCxnSpPr>
        <p:spPr>
          <a:xfrm flipV="1">
            <a:off x="9950549" y="9695058"/>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298" name="Google Shape;298;p18">
            <a:extLst>
              <a:ext uri="{FF2B5EF4-FFF2-40B4-BE49-F238E27FC236}">
                <a16:creationId xmlns:a16="http://schemas.microsoft.com/office/drawing/2014/main" id="{5AC809A3-05C5-90F6-5FB6-D6E2F169937E}"/>
              </a:ext>
            </a:extLst>
          </p:cNvPr>
          <p:cNvCxnSpPr>
            <a:cxnSpLocks/>
          </p:cNvCxnSpPr>
          <p:nvPr/>
        </p:nvCxnSpPr>
        <p:spPr>
          <a:xfrm rot="10800000" flipH="1">
            <a:off x="9974315" y="9150894"/>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299" name="Google Shape;299;p18">
            <a:extLst>
              <a:ext uri="{FF2B5EF4-FFF2-40B4-BE49-F238E27FC236}">
                <a16:creationId xmlns:a16="http://schemas.microsoft.com/office/drawing/2014/main" id="{A4C3F92B-11FA-04F2-729E-4F096F483D44}"/>
              </a:ext>
            </a:extLst>
          </p:cNvPr>
          <p:cNvCxnSpPr>
            <a:cxnSpLocks/>
          </p:cNvCxnSpPr>
          <p:nvPr/>
        </p:nvCxnSpPr>
        <p:spPr>
          <a:xfrm>
            <a:off x="10238170" y="9157324"/>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300" name="Google Shape;300;p18">
            <a:extLst>
              <a:ext uri="{FF2B5EF4-FFF2-40B4-BE49-F238E27FC236}">
                <a16:creationId xmlns:a16="http://schemas.microsoft.com/office/drawing/2014/main" id="{B31D109F-7407-C720-FC20-2A2CF866659F}"/>
              </a:ext>
            </a:extLst>
          </p:cNvPr>
          <p:cNvCxnSpPr>
            <a:cxnSpLocks/>
          </p:cNvCxnSpPr>
          <p:nvPr/>
        </p:nvCxnSpPr>
        <p:spPr>
          <a:xfrm rot="10800000" flipH="1">
            <a:off x="10486316" y="9280107"/>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301" name="Google Shape;301;p18">
            <a:extLst>
              <a:ext uri="{FF2B5EF4-FFF2-40B4-BE49-F238E27FC236}">
                <a16:creationId xmlns:a16="http://schemas.microsoft.com/office/drawing/2014/main" id="{7906461E-AF66-2A5A-3BB2-CCAE5FACAB6C}"/>
              </a:ext>
            </a:extLst>
          </p:cNvPr>
          <p:cNvCxnSpPr>
            <a:cxnSpLocks/>
          </p:cNvCxnSpPr>
          <p:nvPr/>
        </p:nvCxnSpPr>
        <p:spPr>
          <a:xfrm rot="10800000" flipH="1">
            <a:off x="10712670" y="9076059"/>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302" name="Google Shape;302;p18">
            <a:extLst>
              <a:ext uri="{FF2B5EF4-FFF2-40B4-BE49-F238E27FC236}">
                <a16:creationId xmlns:a16="http://schemas.microsoft.com/office/drawing/2014/main" id="{6D2AE0D0-0811-80DD-5D91-ED6807B0AB9D}"/>
              </a:ext>
            </a:extLst>
          </p:cNvPr>
          <p:cNvCxnSpPr>
            <a:cxnSpLocks/>
          </p:cNvCxnSpPr>
          <p:nvPr/>
        </p:nvCxnSpPr>
        <p:spPr>
          <a:xfrm rot="10800000" flipH="1">
            <a:off x="9979551" y="9342498"/>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303" name="Google Shape;303;p18">
            <a:extLst>
              <a:ext uri="{FF2B5EF4-FFF2-40B4-BE49-F238E27FC236}">
                <a16:creationId xmlns:a16="http://schemas.microsoft.com/office/drawing/2014/main" id="{D661F858-B5BE-F0AD-D454-2B852E14E161}"/>
              </a:ext>
            </a:extLst>
          </p:cNvPr>
          <p:cNvCxnSpPr>
            <a:cxnSpLocks/>
          </p:cNvCxnSpPr>
          <p:nvPr/>
        </p:nvCxnSpPr>
        <p:spPr>
          <a:xfrm rot="10800000" flipH="1">
            <a:off x="10257822" y="9192142"/>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304" name="Google Shape;304;p18">
            <a:extLst>
              <a:ext uri="{FF2B5EF4-FFF2-40B4-BE49-F238E27FC236}">
                <a16:creationId xmlns:a16="http://schemas.microsoft.com/office/drawing/2014/main" id="{7DB8B0BA-DA45-ACAB-FBBA-262F74C5B92F}"/>
              </a:ext>
            </a:extLst>
          </p:cNvPr>
          <p:cNvCxnSpPr>
            <a:cxnSpLocks/>
          </p:cNvCxnSpPr>
          <p:nvPr/>
        </p:nvCxnSpPr>
        <p:spPr>
          <a:xfrm rot="10800000" flipH="1">
            <a:off x="10646510" y="8890201"/>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305" name="Google Shape;305;p18">
            <a:extLst>
              <a:ext uri="{FF2B5EF4-FFF2-40B4-BE49-F238E27FC236}">
                <a16:creationId xmlns:a16="http://schemas.microsoft.com/office/drawing/2014/main" id="{2C9C788B-61D3-B4CA-CBB4-33038DA128ED}"/>
              </a:ext>
            </a:extLst>
          </p:cNvPr>
          <p:cNvCxnSpPr>
            <a:cxnSpLocks/>
          </p:cNvCxnSpPr>
          <p:nvPr/>
        </p:nvCxnSpPr>
        <p:spPr>
          <a:xfrm rot="10800000">
            <a:off x="10712933" y="8908938"/>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306" name="Google Shape;306;p18">
            <a:extLst>
              <a:ext uri="{FF2B5EF4-FFF2-40B4-BE49-F238E27FC236}">
                <a16:creationId xmlns:a16="http://schemas.microsoft.com/office/drawing/2014/main" id="{EACB70B8-3451-83BD-4AC6-ED1B769E1FD2}"/>
              </a:ext>
            </a:extLst>
          </p:cNvPr>
          <p:cNvCxnSpPr>
            <a:cxnSpLocks/>
          </p:cNvCxnSpPr>
          <p:nvPr/>
        </p:nvCxnSpPr>
        <p:spPr>
          <a:xfrm flipH="1">
            <a:off x="11099148" y="9219318"/>
            <a:ext cx="220458" cy="93958"/>
          </a:xfrm>
          <a:prstGeom prst="straightConnector1">
            <a:avLst/>
          </a:prstGeom>
          <a:noFill/>
          <a:ln w="14025" cap="flat" cmpd="sng">
            <a:solidFill>
              <a:srgbClr val="628DB5"/>
            </a:solidFill>
            <a:prstDash val="solid"/>
            <a:round/>
            <a:headEnd type="none" w="med" len="med"/>
            <a:tailEnd type="none" w="med" len="med"/>
          </a:ln>
        </p:spPr>
      </p:cxnSp>
      <p:sp>
        <p:nvSpPr>
          <p:cNvPr id="307" name="Google Shape;307;p18">
            <a:extLst>
              <a:ext uri="{FF2B5EF4-FFF2-40B4-BE49-F238E27FC236}">
                <a16:creationId xmlns:a16="http://schemas.microsoft.com/office/drawing/2014/main" id="{D77FC6BB-4BBF-E13E-9E7E-DA17F40E6B83}"/>
              </a:ext>
            </a:extLst>
          </p:cNvPr>
          <p:cNvSpPr/>
          <p:nvPr/>
        </p:nvSpPr>
        <p:spPr>
          <a:xfrm>
            <a:off x="10202484" y="912242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8" name="Google Shape;308;p18">
            <a:extLst>
              <a:ext uri="{FF2B5EF4-FFF2-40B4-BE49-F238E27FC236}">
                <a16:creationId xmlns:a16="http://schemas.microsoft.com/office/drawing/2014/main" id="{FC407981-FD76-C531-191A-45F19CE16D64}"/>
              </a:ext>
            </a:extLst>
          </p:cNvPr>
          <p:cNvSpPr/>
          <p:nvPr/>
        </p:nvSpPr>
        <p:spPr>
          <a:xfrm>
            <a:off x="10308168" y="922329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09" name="Google Shape;309;p18">
            <a:extLst>
              <a:ext uri="{FF2B5EF4-FFF2-40B4-BE49-F238E27FC236}">
                <a16:creationId xmlns:a16="http://schemas.microsoft.com/office/drawing/2014/main" id="{FC1BBBC7-29D1-C75F-D1D7-CCFF9C0C9DC3}"/>
              </a:ext>
            </a:extLst>
          </p:cNvPr>
          <p:cNvSpPr/>
          <p:nvPr/>
        </p:nvSpPr>
        <p:spPr>
          <a:xfrm>
            <a:off x="10437609" y="9358048"/>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0" name="Google Shape;310;p18">
            <a:extLst>
              <a:ext uri="{FF2B5EF4-FFF2-40B4-BE49-F238E27FC236}">
                <a16:creationId xmlns:a16="http://schemas.microsoft.com/office/drawing/2014/main" id="{F4F1A2BF-FDEE-68E7-D23B-49BD4FC8220F}"/>
              </a:ext>
            </a:extLst>
          </p:cNvPr>
          <p:cNvSpPr/>
          <p:nvPr/>
        </p:nvSpPr>
        <p:spPr>
          <a:xfrm>
            <a:off x="10658755" y="9245107"/>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1" name="Google Shape;311;p18">
            <a:extLst>
              <a:ext uri="{FF2B5EF4-FFF2-40B4-BE49-F238E27FC236}">
                <a16:creationId xmlns:a16="http://schemas.microsoft.com/office/drawing/2014/main" id="{C357EC43-084E-193B-8D4A-6F218B055C99}"/>
              </a:ext>
            </a:extLst>
          </p:cNvPr>
          <p:cNvSpPr/>
          <p:nvPr/>
        </p:nvSpPr>
        <p:spPr>
          <a:xfrm>
            <a:off x="10857099" y="905677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2" name="Google Shape;312;p18">
            <a:extLst>
              <a:ext uri="{FF2B5EF4-FFF2-40B4-BE49-F238E27FC236}">
                <a16:creationId xmlns:a16="http://schemas.microsoft.com/office/drawing/2014/main" id="{B6BA4110-CE0D-F42F-A0A4-C2ADD729B7E2}"/>
              </a:ext>
            </a:extLst>
          </p:cNvPr>
          <p:cNvSpPr/>
          <p:nvPr/>
        </p:nvSpPr>
        <p:spPr>
          <a:xfrm>
            <a:off x="11247790" y="90418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3" name="Google Shape;313;p18">
            <a:extLst>
              <a:ext uri="{FF2B5EF4-FFF2-40B4-BE49-F238E27FC236}">
                <a16:creationId xmlns:a16="http://schemas.microsoft.com/office/drawing/2014/main" id="{0C545A76-8DDC-6260-7EC7-55ED77AE92DF}"/>
              </a:ext>
            </a:extLst>
          </p:cNvPr>
          <p:cNvSpPr/>
          <p:nvPr/>
        </p:nvSpPr>
        <p:spPr>
          <a:xfrm>
            <a:off x="10231244" y="931477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4" name="Google Shape;314;p18">
            <a:extLst>
              <a:ext uri="{FF2B5EF4-FFF2-40B4-BE49-F238E27FC236}">
                <a16:creationId xmlns:a16="http://schemas.microsoft.com/office/drawing/2014/main" id="{688DFEF8-411E-6304-5C33-95B532217710}"/>
              </a:ext>
            </a:extLst>
          </p:cNvPr>
          <p:cNvSpPr/>
          <p:nvPr/>
        </p:nvSpPr>
        <p:spPr>
          <a:xfrm>
            <a:off x="10605990"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5" name="Google Shape;315;p18">
            <a:extLst>
              <a:ext uri="{FF2B5EF4-FFF2-40B4-BE49-F238E27FC236}">
                <a16:creationId xmlns:a16="http://schemas.microsoft.com/office/drawing/2014/main" id="{49EDC425-59BF-B3DC-FCFD-0872697C74C9}"/>
              </a:ext>
            </a:extLst>
          </p:cNvPr>
          <p:cNvSpPr/>
          <p:nvPr/>
        </p:nvSpPr>
        <p:spPr>
          <a:xfrm>
            <a:off x="10686771" y="887905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6" name="Google Shape;316;p18">
            <a:extLst>
              <a:ext uri="{FF2B5EF4-FFF2-40B4-BE49-F238E27FC236}">
                <a16:creationId xmlns:a16="http://schemas.microsoft.com/office/drawing/2014/main" id="{9D1F26F8-D850-3FBB-35B6-69A790BAB941}"/>
              </a:ext>
            </a:extLst>
          </p:cNvPr>
          <p:cNvSpPr/>
          <p:nvPr/>
        </p:nvSpPr>
        <p:spPr>
          <a:xfrm>
            <a:off x="10872855" y="9160621"/>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7" name="Google Shape;317;p18">
            <a:extLst>
              <a:ext uri="{FF2B5EF4-FFF2-40B4-BE49-F238E27FC236}">
                <a16:creationId xmlns:a16="http://schemas.microsoft.com/office/drawing/2014/main" id="{F11F3A5E-1D57-C8B2-35FB-85610FEEF7A1}"/>
              </a:ext>
            </a:extLst>
          </p:cNvPr>
          <p:cNvSpPr/>
          <p:nvPr/>
        </p:nvSpPr>
        <p:spPr>
          <a:xfrm>
            <a:off x="11056455" y="928009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18" name="Google Shape;318;p18">
            <a:extLst>
              <a:ext uri="{FF2B5EF4-FFF2-40B4-BE49-F238E27FC236}">
                <a16:creationId xmlns:a16="http://schemas.microsoft.com/office/drawing/2014/main" id="{302DC76F-6DE8-8CA3-1293-CF9C6720AE61}"/>
              </a:ext>
            </a:extLst>
          </p:cNvPr>
          <p:cNvSpPr/>
          <p:nvPr/>
        </p:nvSpPr>
        <p:spPr>
          <a:xfrm>
            <a:off x="11283598" y="9194996"/>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0" name="Google Shape;320;p18">
            <a:extLst>
              <a:ext uri="{FF2B5EF4-FFF2-40B4-BE49-F238E27FC236}">
                <a16:creationId xmlns:a16="http://schemas.microsoft.com/office/drawing/2014/main" id="{B1A25607-81E1-2C6B-CA4A-4D70A654B8D5}"/>
              </a:ext>
            </a:extLst>
          </p:cNvPr>
          <p:cNvSpPr/>
          <p:nvPr/>
        </p:nvSpPr>
        <p:spPr>
          <a:xfrm>
            <a:off x="11751557" y="8810482"/>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321" name="Google Shape;321;p18">
            <a:extLst>
              <a:ext uri="{FF2B5EF4-FFF2-40B4-BE49-F238E27FC236}">
                <a16:creationId xmlns:a16="http://schemas.microsoft.com/office/drawing/2014/main" id="{5D2233F7-6D8C-123C-834B-A31F9B77AB74}"/>
              </a:ext>
            </a:extLst>
          </p:cNvPr>
          <p:cNvSpPr txBox="1"/>
          <p:nvPr/>
        </p:nvSpPr>
        <p:spPr>
          <a:xfrm>
            <a:off x="11798235" y="8646105"/>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322" name="Google Shape;322;p18">
            <a:extLst>
              <a:ext uri="{FF2B5EF4-FFF2-40B4-BE49-F238E27FC236}">
                <a16:creationId xmlns:a16="http://schemas.microsoft.com/office/drawing/2014/main" id="{114D4ABB-840B-A8AA-9159-CC162B3A3DC1}"/>
              </a:ext>
            </a:extLst>
          </p:cNvPr>
          <p:cNvSpPr txBox="1"/>
          <p:nvPr/>
        </p:nvSpPr>
        <p:spPr>
          <a:xfrm>
            <a:off x="11803973" y="8948718"/>
            <a:ext cx="2017370"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Other engagement metric</a:t>
            </a:r>
            <a:endParaRPr sz="1200" dirty="0">
              <a:solidFill>
                <a:schemeClr val="dk1"/>
              </a:solidFill>
              <a:latin typeface="Source Sans 3"/>
              <a:ea typeface="Source Sans 3"/>
              <a:cs typeface="Source Sans 3"/>
              <a:sym typeface="Source Sans 3"/>
            </a:endParaRPr>
          </a:p>
        </p:txBody>
      </p:sp>
      <p:sp>
        <p:nvSpPr>
          <p:cNvPr id="324" name="Google Shape;324;p18">
            <a:extLst>
              <a:ext uri="{FF2B5EF4-FFF2-40B4-BE49-F238E27FC236}">
                <a16:creationId xmlns:a16="http://schemas.microsoft.com/office/drawing/2014/main" id="{DA94EA08-93FB-37E8-525B-8A52F0696433}"/>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55C492A7-707D-4C51-324A-BDC3C9521F29}"/>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DCB6D0D9-0C36-1E2C-40B7-3A6E6D17CBF8}"/>
              </a:ext>
            </a:extLst>
          </p:cNvPr>
          <p:cNvSpPr/>
          <p:nvPr/>
        </p:nvSpPr>
        <p:spPr>
          <a:xfrm>
            <a:off x="4194019" y="3045285"/>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28168947-B6C9-8319-22BA-AC47BA4BD282}"/>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2CD6C842-1AAD-E0CC-53C8-0427800725C1}"/>
              </a:ext>
            </a:extLst>
          </p:cNvPr>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A2DDB4E2-877C-C6DC-7C7A-F027F99039DC}"/>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A12D03B4-AE03-649B-3AF0-2A8D65B45EC2}"/>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E14EA6DF-92D8-E46C-718D-9453F4700B3C}"/>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99344F41-54A0-9285-2E9C-4D118975C640}"/>
              </a:ext>
            </a:extLst>
          </p:cNvPr>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CA19A8E0-8FFC-0D77-F35C-A7D042A54BCF}"/>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C2B5B636-675F-3FAD-DC38-7072C3FF0EC3}"/>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78C74923-3FC4-6AA4-4A92-2744601C3112}"/>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C676BF18-DEA3-0208-B5BC-779BB351285F}"/>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8D03BCD6-6046-55AF-D5E4-928A5E40DB38}"/>
              </a:ext>
            </a:extLst>
          </p:cNvPr>
          <p:cNvSpPr/>
          <p:nvPr/>
        </p:nvSpPr>
        <p:spPr>
          <a:xfrm>
            <a:off x="6544679" y="560298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AE861484-87BE-4722-B3A5-50E886276124}"/>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11EBBB53-15E2-F6CB-2BD0-76EAB0FA6527}"/>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2C88544A-0DAB-6697-3115-61EB38DC70D5}"/>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886CF8D8-77D1-FF21-624B-BE43CDBCAB8F}"/>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F29EA9D4-FAD9-BFEC-E10D-1B3B43541522}"/>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3CCE0E2F-0EF4-5CBB-A352-5DFB5B02E4D5}"/>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45AA1763-E6DF-D705-713E-7C9586B3B728}"/>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8235D9B0-5AB8-4FC0-F65B-120A4CEC0347}"/>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DA2DFA79-AB28-78A1-2FFC-4BDE966D6540}"/>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E0A2C271-DB33-FEED-E828-20C1C208AA2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5F01EBD2-DCAF-E4BC-564B-28202DF50ACD}"/>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C171FB96-8415-FBCE-A816-6054FB70165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F732BB6D-A834-CD14-B16A-61B42D25AAC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329042F2-9FD9-E054-0FB4-FD6C9826DFF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F3EB0A5B-FAED-7FEE-CED7-C6E0B0BDFB0B}"/>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A5331C5B-30F2-CF53-C82A-5CF8FE229816}"/>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63824467-6091-791A-0B3A-1C3B443CF1C1}"/>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8EC99068-1978-65F3-7A00-103B43CBBEB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2BA06269-3F15-CAF6-2D35-E9D452BA7CD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A06852E5-2297-10E4-D9A9-9E15FAD64FF9}"/>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99F0340C-6EC0-0E68-EA27-B36E8BD9F2D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1C9D3E91-0EF8-38F6-2162-D0B2272C4AD1}"/>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99833792-FDD0-9E9B-2052-D75B1C3528E4}"/>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88DC469A-6BFB-814D-A9D9-8B3F33573EA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2504CDD7-9A8E-88BD-525A-1C7E860BBB5E}"/>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EC51CBA9-195C-8EA3-60D5-910277C734D8}"/>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608534AC-393E-78B8-6E11-6507056314DF}"/>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B143BB82-DEFB-C457-9DEB-A66E7B407310}"/>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6AD42D2C-E9D8-8879-2110-44E89D98EF0E}"/>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481CE531-EF74-EEF5-D4E7-DF5B6BF4841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C2156B60-1764-0632-8E26-AC414719A731}"/>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95A892AE-AC31-C88D-7A31-DB8049BC9947}"/>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EE028BEC-1D39-D741-377D-580D3F177AA9}"/>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3F0909A9-AF2A-E61E-0E69-F95B632C5814}"/>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7A33E292-4B3A-536D-5FAF-DD36EE44FE52}"/>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B758E8F4-C127-BF13-B314-6358982BA683}"/>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6CB9F04B-D28D-9295-BA7F-9835732247CD}"/>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7BF7B786-1935-1D26-C9AD-C231F9C98E89}"/>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2411BB4D-63FA-062F-8F0A-52C1F8DC0F10}"/>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D0363D29-28E0-F3C2-F4D4-423430CADC2D}"/>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AC61273B-80C8-A8B5-8CE3-882B5EBA39DB}"/>
              </a:ext>
            </a:extLst>
          </p:cNvPr>
          <p:cNvSpPr txBox="1"/>
          <p:nvPr/>
        </p:nvSpPr>
        <p:spPr>
          <a:xfrm>
            <a:off x="5815821" y="2698484"/>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93F9D8E9-9D81-A4AC-7B0A-8BFBC73C574E}"/>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FBA03350-718A-6D04-371D-2D3AD2C578C7}"/>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47B7E202-40E2-D91C-09E3-614F4FE5BBA6}"/>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48B8C7FE-8719-8350-0FB7-72E0294D1E29}"/>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F6F03091-59CB-2EC1-A120-82211BA9C8E3}"/>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1D32DBD8-DF47-3B83-F4B9-D5E4AEB8CCAD}"/>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31" name="Google Shape;292;p18">
            <a:extLst>
              <a:ext uri="{FF2B5EF4-FFF2-40B4-BE49-F238E27FC236}">
                <a16:creationId xmlns:a16="http://schemas.microsoft.com/office/drawing/2014/main" id="{FBD0FFFB-F7F8-BEEE-6796-B249B6BFD4B0}"/>
              </a:ext>
            </a:extLst>
          </p:cNvPr>
          <p:cNvSpPr/>
          <p:nvPr/>
        </p:nvSpPr>
        <p:spPr>
          <a:xfrm>
            <a:off x="9718927" y="62169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2" name="Google Shape;293;p18">
            <a:extLst>
              <a:ext uri="{FF2B5EF4-FFF2-40B4-BE49-F238E27FC236}">
                <a16:creationId xmlns:a16="http://schemas.microsoft.com/office/drawing/2014/main" id="{34B3DB63-C526-63C1-B382-CCC5244F186F}"/>
              </a:ext>
            </a:extLst>
          </p:cNvPr>
          <p:cNvSpPr txBox="1"/>
          <p:nvPr/>
        </p:nvSpPr>
        <p:spPr>
          <a:xfrm>
            <a:off x="9611682" y="61842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4" name="Google Shape;292;p18">
            <a:extLst>
              <a:ext uri="{FF2B5EF4-FFF2-40B4-BE49-F238E27FC236}">
                <a16:creationId xmlns:a16="http://schemas.microsoft.com/office/drawing/2014/main" id="{507C45AE-FDC3-62EF-9144-C89DC29095EC}"/>
              </a:ext>
            </a:extLst>
          </p:cNvPr>
          <p:cNvSpPr/>
          <p:nvPr/>
        </p:nvSpPr>
        <p:spPr>
          <a:xfrm>
            <a:off x="12415849" y="606000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5" name="Google Shape;293;p18">
            <a:extLst>
              <a:ext uri="{FF2B5EF4-FFF2-40B4-BE49-F238E27FC236}">
                <a16:creationId xmlns:a16="http://schemas.microsoft.com/office/drawing/2014/main" id="{536324E8-BEBA-1807-4E08-A5CCCE42D664}"/>
              </a:ext>
            </a:extLst>
          </p:cNvPr>
          <p:cNvSpPr txBox="1"/>
          <p:nvPr/>
        </p:nvSpPr>
        <p:spPr>
          <a:xfrm>
            <a:off x="12308604" y="602736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6" name="Google Shape;292;p18">
            <a:extLst>
              <a:ext uri="{FF2B5EF4-FFF2-40B4-BE49-F238E27FC236}">
                <a16:creationId xmlns:a16="http://schemas.microsoft.com/office/drawing/2014/main" id="{9FC22F5D-93D2-1BFD-431A-151B6676D680}"/>
              </a:ext>
            </a:extLst>
          </p:cNvPr>
          <p:cNvSpPr/>
          <p:nvPr/>
        </p:nvSpPr>
        <p:spPr>
          <a:xfrm>
            <a:off x="9595321" y="59277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7" name="Google Shape;293;p18">
            <a:extLst>
              <a:ext uri="{FF2B5EF4-FFF2-40B4-BE49-F238E27FC236}">
                <a16:creationId xmlns:a16="http://schemas.microsoft.com/office/drawing/2014/main" id="{40A75D7F-227E-09A3-161C-1F94A597DAE4}"/>
              </a:ext>
            </a:extLst>
          </p:cNvPr>
          <p:cNvSpPr txBox="1"/>
          <p:nvPr/>
        </p:nvSpPr>
        <p:spPr>
          <a:xfrm>
            <a:off x="9488076" y="58951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438" name="Google Shape;292;p18">
            <a:extLst>
              <a:ext uri="{FF2B5EF4-FFF2-40B4-BE49-F238E27FC236}">
                <a16:creationId xmlns:a16="http://schemas.microsoft.com/office/drawing/2014/main" id="{D411155F-BE07-7B37-1EAF-12FE5032057C}"/>
              </a:ext>
            </a:extLst>
          </p:cNvPr>
          <p:cNvSpPr/>
          <p:nvPr/>
        </p:nvSpPr>
        <p:spPr>
          <a:xfrm>
            <a:off x="9847384" y="59359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39" name="Google Shape;293;p18">
            <a:extLst>
              <a:ext uri="{FF2B5EF4-FFF2-40B4-BE49-F238E27FC236}">
                <a16:creationId xmlns:a16="http://schemas.microsoft.com/office/drawing/2014/main" id="{EFBFAC1A-6368-140B-4985-DC17248CF602}"/>
              </a:ext>
            </a:extLst>
          </p:cNvPr>
          <p:cNvSpPr txBox="1"/>
          <p:nvPr/>
        </p:nvSpPr>
        <p:spPr>
          <a:xfrm>
            <a:off x="9740139" y="590334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440" name="Google Shape;248;p18">
            <a:extLst>
              <a:ext uri="{FF2B5EF4-FFF2-40B4-BE49-F238E27FC236}">
                <a16:creationId xmlns:a16="http://schemas.microsoft.com/office/drawing/2014/main" id="{81C52BE0-A335-8E33-4974-5944782BE4A7}"/>
              </a:ext>
            </a:extLst>
          </p:cNvPr>
          <p:cNvPicPr preferRelativeResize="0"/>
          <p:nvPr/>
        </p:nvPicPr>
        <p:blipFill>
          <a:blip r:embed="rId8">
            <a:alphaModFix/>
          </a:blip>
          <a:stretch>
            <a:fillRect/>
          </a:stretch>
        </p:blipFill>
        <p:spPr>
          <a:xfrm>
            <a:off x="9996288" y="6542402"/>
            <a:ext cx="809211" cy="470250"/>
          </a:xfrm>
          <a:prstGeom prst="rect">
            <a:avLst/>
          </a:prstGeom>
          <a:noFill/>
          <a:ln>
            <a:noFill/>
          </a:ln>
        </p:spPr>
      </p:pic>
      <p:cxnSp>
        <p:nvCxnSpPr>
          <p:cNvPr id="441" name="Google Shape;249;p18">
            <a:extLst>
              <a:ext uri="{FF2B5EF4-FFF2-40B4-BE49-F238E27FC236}">
                <a16:creationId xmlns:a16="http://schemas.microsoft.com/office/drawing/2014/main" id="{680B4269-3DE5-2EA8-414D-8C7C42793C56}"/>
              </a:ext>
            </a:extLst>
          </p:cNvPr>
          <p:cNvCxnSpPr>
            <a:cxnSpLocks/>
          </p:cNvCxnSpPr>
          <p:nvPr/>
        </p:nvCxnSpPr>
        <p:spPr>
          <a:xfrm>
            <a:off x="10132373" y="7086156"/>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44" name="Google Shape;253;p18">
            <a:extLst>
              <a:ext uri="{FF2B5EF4-FFF2-40B4-BE49-F238E27FC236}">
                <a16:creationId xmlns:a16="http://schemas.microsoft.com/office/drawing/2014/main" id="{4E79AFEE-C880-5FEE-D35E-560C89459787}"/>
              </a:ext>
            </a:extLst>
          </p:cNvPr>
          <p:cNvSpPr txBox="1"/>
          <p:nvPr/>
        </p:nvSpPr>
        <p:spPr>
          <a:xfrm>
            <a:off x="10592139" y="6542094"/>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445" name="Google Shape;254;p18">
            <a:extLst>
              <a:ext uri="{FF2B5EF4-FFF2-40B4-BE49-F238E27FC236}">
                <a16:creationId xmlns:a16="http://schemas.microsoft.com/office/drawing/2014/main" id="{A97E36FA-6B30-36D9-B669-D373EE5ACF04}"/>
              </a:ext>
            </a:extLst>
          </p:cNvPr>
          <p:cNvSpPr txBox="1"/>
          <p:nvPr/>
        </p:nvSpPr>
        <p:spPr>
          <a:xfrm>
            <a:off x="11815090" y="6540729"/>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6" name="Google Shape;255;p18">
            <a:extLst>
              <a:ext uri="{FF2B5EF4-FFF2-40B4-BE49-F238E27FC236}">
                <a16:creationId xmlns:a16="http://schemas.microsoft.com/office/drawing/2014/main" id="{2D5C93FD-60A8-6CD5-CD41-62B746EAA3FB}"/>
              </a:ext>
            </a:extLst>
          </p:cNvPr>
          <p:cNvSpPr txBox="1"/>
          <p:nvPr/>
        </p:nvSpPr>
        <p:spPr>
          <a:xfrm>
            <a:off x="12507066" y="6540415"/>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47" name="Google Shape;292;p18">
            <a:extLst>
              <a:ext uri="{FF2B5EF4-FFF2-40B4-BE49-F238E27FC236}">
                <a16:creationId xmlns:a16="http://schemas.microsoft.com/office/drawing/2014/main" id="{0D881D68-BE11-CD8E-EDD7-DCB919393E6B}"/>
              </a:ext>
            </a:extLst>
          </p:cNvPr>
          <p:cNvSpPr/>
          <p:nvPr/>
        </p:nvSpPr>
        <p:spPr>
          <a:xfrm>
            <a:off x="12275152" y="663834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48" name="Google Shape;293;p18">
            <a:extLst>
              <a:ext uri="{FF2B5EF4-FFF2-40B4-BE49-F238E27FC236}">
                <a16:creationId xmlns:a16="http://schemas.microsoft.com/office/drawing/2014/main" id="{8DCE55CA-664A-AB68-ACA8-00D5492D9B68}"/>
              </a:ext>
            </a:extLst>
          </p:cNvPr>
          <p:cNvSpPr txBox="1"/>
          <p:nvPr/>
        </p:nvSpPr>
        <p:spPr>
          <a:xfrm>
            <a:off x="12136949" y="6605704"/>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sp>
        <p:nvSpPr>
          <p:cNvPr id="449" name="Google Shape;292;p18">
            <a:extLst>
              <a:ext uri="{FF2B5EF4-FFF2-40B4-BE49-F238E27FC236}">
                <a16:creationId xmlns:a16="http://schemas.microsoft.com/office/drawing/2014/main" id="{6C6F4069-534B-3AFB-7D40-EC49D4A0A90B}"/>
              </a:ext>
            </a:extLst>
          </p:cNvPr>
          <p:cNvSpPr/>
          <p:nvPr/>
        </p:nvSpPr>
        <p:spPr>
          <a:xfrm>
            <a:off x="10133051" y="676953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0" name="Google Shape;293;p18">
            <a:extLst>
              <a:ext uri="{FF2B5EF4-FFF2-40B4-BE49-F238E27FC236}">
                <a16:creationId xmlns:a16="http://schemas.microsoft.com/office/drawing/2014/main" id="{CEEA026A-D7C2-F2CC-8424-D4238DDA883F}"/>
              </a:ext>
            </a:extLst>
          </p:cNvPr>
          <p:cNvSpPr txBox="1"/>
          <p:nvPr/>
        </p:nvSpPr>
        <p:spPr>
          <a:xfrm>
            <a:off x="10025806" y="673689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451" name="Google Shape;292;p18">
            <a:extLst>
              <a:ext uri="{FF2B5EF4-FFF2-40B4-BE49-F238E27FC236}">
                <a16:creationId xmlns:a16="http://schemas.microsoft.com/office/drawing/2014/main" id="{5B4181BC-52B1-F6B9-8D9E-69B8DA07498C}"/>
              </a:ext>
            </a:extLst>
          </p:cNvPr>
          <p:cNvSpPr/>
          <p:nvPr/>
        </p:nvSpPr>
        <p:spPr>
          <a:xfrm>
            <a:off x="12952192" y="663385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2" name="Google Shape;293;p18">
            <a:extLst>
              <a:ext uri="{FF2B5EF4-FFF2-40B4-BE49-F238E27FC236}">
                <a16:creationId xmlns:a16="http://schemas.microsoft.com/office/drawing/2014/main" id="{273892D6-79A6-38AB-F58E-D2222F12A66D}"/>
              </a:ext>
            </a:extLst>
          </p:cNvPr>
          <p:cNvSpPr txBox="1"/>
          <p:nvPr/>
        </p:nvSpPr>
        <p:spPr>
          <a:xfrm>
            <a:off x="12844947" y="6601222"/>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3" name="Google Shape;292;p18">
            <a:extLst>
              <a:ext uri="{FF2B5EF4-FFF2-40B4-BE49-F238E27FC236}">
                <a16:creationId xmlns:a16="http://schemas.microsoft.com/office/drawing/2014/main" id="{27F02D06-1CDB-589A-09D4-E4A11934020A}"/>
              </a:ext>
            </a:extLst>
          </p:cNvPr>
          <p:cNvSpPr/>
          <p:nvPr/>
        </p:nvSpPr>
        <p:spPr>
          <a:xfrm>
            <a:off x="10131664" y="650159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4" name="Google Shape;293;p18">
            <a:extLst>
              <a:ext uri="{FF2B5EF4-FFF2-40B4-BE49-F238E27FC236}">
                <a16:creationId xmlns:a16="http://schemas.microsoft.com/office/drawing/2014/main" id="{5DD9F881-F110-7105-3E9E-01218F197E0A}"/>
              </a:ext>
            </a:extLst>
          </p:cNvPr>
          <p:cNvSpPr txBox="1"/>
          <p:nvPr/>
        </p:nvSpPr>
        <p:spPr>
          <a:xfrm>
            <a:off x="9995847" y="6466573"/>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455" name="Google Shape;292;p18">
            <a:extLst>
              <a:ext uri="{FF2B5EF4-FFF2-40B4-BE49-F238E27FC236}">
                <a16:creationId xmlns:a16="http://schemas.microsoft.com/office/drawing/2014/main" id="{85E23699-C54D-6903-0E89-9181F7749387}"/>
              </a:ext>
            </a:extLst>
          </p:cNvPr>
          <p:cNvSpPr/>
          <p:nvPr/>
        </p:nvSpPr>
        <p:spPr>
          <a:xfrm>
            <a:off x="10383727" y="650983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6" name="Google Shape;293;p18">
            <a:extLst>
              <a:ext uri="{FF2B5EF4-FFF2-40B4-BE49-F238E27FC236}">
                <a16:creationId xmlns:a16="http://schemas.microsoft.com/office/drawing/2014/main" id="{05DC8D99-D4A3-E570-D954-E7F119154796}"/>
              </a:ext>
            </a:extLst>
          </p:cNvPr>
          <p:cNvSpPr txBox="1"/>
          <p:nvPr/>
        </p:nvSpPr>
        <p:spPr>
          <a:xfrm>
            <a:off x="10276482" y="6477201"/>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0.9</a:t>
            </a:r>
            <a:endParaRPr sz="1100" dirty="0">
              <a:solidFill>
                <a:schemeClr val="lt1"/>
              </a:solidFill>
              <a:latin typeface="Source Sans 3" panose="020B0303030403020204" pitchFamily="34" charset="0"/>
            </a:endParaRPr>
          </a:p>
        </p:txBody>
      </p:sp>
      <p:sp>
        <p:nvSpPr>
          <p:cNvPr id="457" name="Google Shape;292;p18">
            <a:extLst>
              <a:ext uri="{FF2B5EF4-FFF2-40B4-BE49-F238E27FC236}">
                <a16:creationId xmlns:a16="http://schemas.microsoft.com/office/drawing/2014/main" id="{62874536-83B5-6FE7-12E1-3C1D12FB5B3D}"/>
              </a:ext>
            </a:extLst>
          </p:cNvPr>
          <p:cNvSpPr/>
          <p:nvPr/>
        </p:nvSpPr>
        <p:spPr>
          <a:xfrm>
            <a:off x="10396023" y="677814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58" name="Google Shape;293;p18">
            <a:extLst>
              <a:ext uri="{FF2B5EF4-FFF2-40B4-BE49-F238E27FC236}">
                <a16:creationId xmlns:a16="http://schemas.microsoft.com/office/drawing/2014/main" id="{05BAE755-00B7-E573-7562-D9A985A9BFED}"/>
              </a:ext>
            </a:extLst>
          </p:cNvPr>
          <p:cNvSpPr txBox="1"/>
          <p:nvPr/>
        </p:nvSpPr>
        <p:spPr>
          <a:xfrm>
            <a:off x="10257822" y="6743127"/>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464" name="Google Shape;389;p18">
            <a:extLst>
              <a:ext uri="{FF2B5EF4-FFF2-40B4-BE49-F238E27FC236}">
                <a16:creationId xmlns:a16="http://schemas.microsoft.com/office/drawing/2014/main" id="{8A95A4BC-4997-3577-BB39-F3F476DCC4E6}"/>
              </a:ext>
            </a:extLst>
          </p:cNvPr>
          <p:cNvCxnSpPr>
            <a:cxnSpLocks/>
          </p:cNvCxnSpPr>
          <p:nvPr/>
        </p:nvCxnSpPr>
        <p:spPr>
          <a:xfrm>
            <a:off x="10377835" y="7212507"/>
            <a:ext cx="0" cy="325081"/>
          </a:xfrm>
          <a:prstGeom prst="straightConnector1">
            <a:avLst/>
          </a:prstGeom>
          <a:noFill/>
          <a:ln w="28575" cap="flat" cmpd="sng">
            <a:solidFill>
              <a:schemeClr val="dk2"/>
            </a:solidFill>
            <a:prstDash val="dot"/>
            <a:round/>
            <a:headEnd type="none" w="med" len="med"/>
            <a:tailEnd type="none" w="med" len="med"/>
          </a:ln>
        </p:spPr>
      </p:cxnSp>
      <p:pic>
        <p:nvPicPr>
          <p:cNvPr id="481" name="Google Shape;248;p18">
            <a:extLst>
              <a:ext uri="{FF2B5EF4-FFF2-40B4-BE49-F238E27FC236}">
                <a16:creationId xmlns:a16="http://schemas.microsoft.com/office/drawing/2014/main" id="{D56E57B9-5AE2-667B-43EE-39EF1205AB7B}"/>
              </a:ext>
            </a:extLst>
          </p:cNvPr>
          <p:cNvPicPr preferRelativeResize="0"/>
          <p:nvPr/>
        </p:nvPicPr>
        <p:blipFill>
          <a:blip r:embed="rId8">
            <a:alphaModFix/>
          </a:blip>
          <a:stretch>
            <a:fillRect/>
          </a:stretch>
        </p:blipFill>
        <p:spPr>
          <a:xfrm>
            <a:off x="10537916" y="7512558"/>
            <a:ext cx="809211" cy="470250"/>
          </a:xfrm>
          <a:prstGeom prst="rect">
            <a:avLst/>
          </a:prstGeom>
          <a:noFill/>
          <a:ln>
            <a:noFill/>
          </a:ln>
        </p:spPr>
      </p:pic>
      <p:cxnSp>
        <p:nvCxnSpPr>
          <p:cNvPr id="482" name="Google Shape;249;p18">
            <a:extLst>
              <a:ext uri="{FF2B5EF4-FFF2-40B4-BE49-F238E27FC236}">
                <a16:creationId xmlns:a16="http://schemas.microsoft.com/office/drawing/2014/main" id="{A73A05B4-28DA-B686-4466-BA6C206011DC}"/>
              </a:ext>
            </a:extLst>
          </p:cNvPr>
          <p:cNvCxnSpPr>
            <a:cxnSpLocks/>
          </p:cNvCxnSpPr>
          <p:nvPr/>
        </p:nvCxnSpPr>
        <p:spPr>
          <a:xfrm>
            <a:off x="10674001" y="8056312"/>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483" name="Google Shape;253;p18">
            <a:extLst>
              <a:ext uri="{FF2B5EF4-FFF2-40B4-BE49-F238E27FC236}">
                <a16:creationId xmlns:a16="http://schemas.microsoft.com/office/drawing/2014/main" id="{4B3998B3-6BBC-6364-E93C-D1EB68D95A3A}"/>
              </a:ext>
            </a:extLst>
          </p:cNvPr>
          <p:cNvSpPr txBox="1"/>
          <p:nvPr/>
        </p:nvSpPr>
        <p:spPr>
          <a:xfrm>
            <a:off x="11133767" y="7512250"/>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484" name="Google Shape;254;p18">
            <a:extLst>
              <a:ext uri="{FF2B5EF4-FFF2-40B4-BE49-F238E27FC236}">
                <a16:creationId xmlns:a16="http://schemas.microsoft.com/office/drawing/2014/main" id="{4A72267D-F369-7FB9-E048-0231AE130DAF}"/>
              </a:ext>
            </a:extLst>
          </p:cNvPr>
          <p:cNvSpPr txBox="1"/>
          <p:nvPr/>
        </p:nvSpPr>
        <p:spPr>
          <a:xfrm>
            <a:off x="12356718" y="7510885"/>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5" name="Google Shape;255;p18">
            <a:extLst>
              <a:ext uri="{FF2B5EF4-FFF2-40B4-BE49-F238E27FC236}">
                <a16:creationId xmlns:a16="http://schemas.microsoft.com/office/drawing/2014/main" id="{3CD0DF07-0D1F-0EA3-96A9-C4B6C08A305D}"/>
              </a:ext>
            </a:extLst>
          </p:cNvPr>
          <p:cNvSpPr txBox="1"/>
          <p:nvPr/>
        </p:nvSpPr>
        <p:spPr>
          <a:xfrm>
            <a:off x="13048694" y="7510571"/>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486" name="Google Shape;292;p18">
            <a:extLst>
              <a:ext uri="{FF2B5EF4-FFF2-40B4-BE49-F238E27FC236}">
                <a16:creationId xmlns:a16="http://schemas.microsoft.com/office/drawing/2014/main" id="{56FAB5FF-5713-28AD-E197-E3EDA06944A7}"/>
              </a:ext>
            </a:extLst>
          </p:cNvPr>
          <p:cNvSpPr/>
          <p:nvPr/>
        </p:nvSpPr>
        <p:spPr>
          <a:xfrm>
            <a:off x="12816780" y="7608497"/>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7" name="Google Shape;293;p18">
            <a:extLst>
              <a:ext uri="{FF2B5EF4-FFF2-40B4-BE49-F238E27FC236}">
                <a16:creationId xmlns:a16="http://schemas.microsoft.com/office/drawing/2014/main" id="{CE39F8C8-CB4E-7488-C704-CE42276C714E}"/>
              </a:ext>
            </a:extLst>
          </p:cNvPr>
          <p:cNvSpPr txBox="1"/>
          <p:nvPr/>
        </p:nvSpPr>
        <p:spPr>
          <a:xfrm>
            <a:off x="12764385" y="7592943"/>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88" name="Google Shape;292;p18">
            <a:extLst>
              <a:ext uri="{FF2B5EF4-FFF2-40B4-BE49-F238E27FC236}">
                <a16:creationId xmlns:a16="http://schemas.microsoft.com/office/drawing/2014/main" id="{1A899BFB-4A87-DF54-83AA-61D64E473618}"/>
              </a:ext>
            </a:extLst>
          </p:cNvPr>
          <p:cNvSpPr/>
          <p:nvPr/>
        </p:nvSpPr>
        <p:spPr>
          <a:xfrm>
            <a:off x="10674679" y="7739691"/>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89" name="Google Shape;293;p18">
            <a:extLst>
              <a:ext uri="{FF2B5EF4-FFF2-40B4-BE49-F238E27FC236}">
                <a16:creationId xmlns:a16="http://schemas.microsoft.com/office/drawing/2014/main" id="{A34B5F10-AFA4-89AD-AE3F-665F717795C1}"/>
              </a:ext>
            </a:extLst>
          </p:cNvPr>
          <p:cNvSpPr txBox="1"/>
          <p:nvPr/>
        </p:nvSpPr>
        <p:spPr>
          <a:xfrm>
            <a:off x="10617654" y="7712426"/>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0" name="Google Shape;292;p18">
            <a:extLst>
              <a:ext uri="{FF2B5EF4-FFF2-40B4-BE49-F238E27FC236}">
                <a16:creationId xmlns:a16="http://schemas.microsoft.com/office/drawing/2014/main" id="{AB3A56C5-F7DE-BCA5-A3A4-85BC1FA79864}"/>
              </a:ext>
            </a:extLst>
          </p:cNvPr>
          <p:cNvSpPr/>
          <p:nvPr/>
        </p:nvSpPr>
        <p:spPr>
          <a:xfrm>
            <a:off x="13493820" y="7604015"/>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1" name="Google Shape;293;p18">
            <a:extLst>
              <a:ext uri="{FF2B5EF4-FFF2-40B4-BE49-F238E27FC236}">
                <a16:creationId xmlns:a16="http://schemas.microsoft.com/office/drawing/2014/main" id="{908FEABC-8511-7664-19FE-0B4E52008DCF}"/>
              </a:ext>
            </a:extLst>
          </p:cNvPr>
          <p:cNvSpPr txBox="1"/>
          <p:nvPr/>
        </p:nvSpPr>
        <p:spPr>
          <a:xfrm>
            <a:off x="13436986" y="7585671"/>
            <a:ext cx="35745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2" name="Google Shape;292;p18">
            <a:extLst>
              <a:ext uri="{FF2B5EF4-FFF2-40B4-BE49-F238E27FC236}">
                <a16:creationId xmlns:a16="http://schemas.microsoft.com/office/drawing/2014/main" id="{C5AE4F19-4238-E872-54F0-E34AB5405ABF}"/>
              </a:ext>
            </a:extLst>
          </p:cNvPr>
          <p:cNvSpPr/>
          <p:nvPr/>
        </p:nvSpPr>
        <p:spPr>
          <a:xfrm>
            <a:off x="10687779" y="7473951"/>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493" name="Google Shape;293;p18">
            <a:extLst>
              <a:ext uri="{FF2B5EF4-FFF2-40B4-BE49-F238E27FC236}">
                <a16:creationId xmlns:a16="http://schemas.microsoft.com/office/drawing/2014/main" id="{6CA6CABA-F68B-23E9-FCFD-3F3456CE86F5}"/>
              </a:ext>
            </a:extLst>
          </p:cNvPr>
          <p:cNvSpPr txBox="1"/>
          <p:nvPr/>
        </p:nvSpPr>
        <p:spPr>
          <a:xfrm>
            <a:off x="10633156" y="7446941"/>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499" name="Google Shape;320;p18">
            <a:extLst>
              <a:ext uri="{FF2B5EF4-FFF2-40B4-BE49-F238E27FC236}">
                <a16:creationId xmlns:a16="http://schemas.microsoft.com/office/drawing/2014/main" id="{E9E3916C-2201-49A0-EF13-592B64EF33D5}"/>
              </a:ext>
            </a:extLst>
          </p:cNvPr>
          <p:cNvSpPr/>
          <p:nvPr/>
        </p:nvSpPr>
        <p:spPr>
          <a:xfrm>
            <a:off x="11757310" y="9109365"/>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02" name="Google Shape;292;p18">
            <a:extLst>
              <a:ext uri="{FF2B5EF4-FFF2-40B4-BE49-F238E27FC236}">
                <a16:creationId xmlns:a16="http://schemas.microsoft.com/office/drawing/2014/main" id="{A3092F0F-851D-C4D3-A359-78469441266D}"/>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A7A60E0A-A264-D972-5DC0-73407181AD39}"/>
              </a:ext>
            </a:extLst>
          </p:cNvPr>
          <p:cNvSpPr txBox="1"/>
          <p:nvPr/>
        </p:nvSpPr>
        <p:spPr>
          <a:xfrm>
            <a:off x="5739158" y="6323614"/>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3A3168FB-4BD7-F56E-4884-1AB2EADE4E3C}"/>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84F66422-56B3-CCAB-C6C9-D735A97EBD7A}"/>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7FBCFA7F-0733-D4DC-CDA8-199CF0DA82B6}"/>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583E1058-9D47-F7FD-DF54-E888007D4C93}"/>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3C7F4B78-9BBD-D03B-4A6D-0CB6418008D1}"/>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C2E68FEF-2F33-2E5C-4D0A-C8B312D9B34E}"/>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A59995F7-7541-FCFF-197F-A956FA24ADBE}"/>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A0E3EC64-5BFA-9F94-DF04-721C0D8E39FF}"/>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133857EF-DE5E-6366-5BB3-AFE9CB22B9D3}"/>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FBFA41F2-F951-2873-FE3D-C1A96BFBD573}"/>
              </a:ext>
            </a:extLst>
          </p:cNvPr>
          <p:cNvSpPr/>
          <p:nvPr/>
        </p:nvSpPr>
        <p:spPr>
          <a:xfrm>
            <a:off x="6913076" y="5603947"/>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B97FA9A4-689F-A643-8007-4C1D42986C10}"/>
              </a:ext>
            </a:extLst>
          </p:cNvPr>
          <p:cNvSpPr/>
          <p:nvPr/>
        </p:nvSpPr>
        <p:spPr>
          <a:xfrm>
            <a:off x="7301918" y="5596454"/>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F295229E-19BB-DCAC-0CC5-98EB8A636035}"/>
              </a:ext>
            </a:extLst>
          </p:cNvPr>
          <p:cNvSpPr/>
          <p:nvPr/>
        </p:nvSpPr>
        <p:spPr>
          <a:xfrm>
            <a:off x="6853267" y="4366648"/>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6AF54BA8-E452-ED5D-9DC0-E63F6BCCCC51}"/>
              </a:ext>
            </a:extLst>
          </p:cNvPr>
          <p:cNvSpPr/>
          <p:nvPr/>
        </p:nvSpPr>
        <p:spPr>
          <a:xfrm>
            <a:off x="8079948" y="8532641"/>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9B60A108-F798-42EA-1B1E-4AADA8670EAE}"/>
              </a:ext>
            </a:extLst>
          </p:cNvPr>
          <p:cNvSpPr/>
          <p:nvPr/>
        </p:nvSpPr>
        <p:spPr>
          <a:xfrm>
            <a:off x="9060412" y="8528522"/>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09EA1AC0-53F0-EF35-CCDA-53C55216F9D7}"/>
              </a:ext>
            </a:extLst>
          </p:cNvPr>
          <p:cNvSpPr/>
          <p:nvPr/>
        </p:nvSpPr>
        <p:spPr>
          <a:xfrm>
            <a:off x="4928304" y="8719672"/>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FF88C837-E664-DCE4-0B12-6FBDD6E02093}"/>
              </a:ext>
            </a:extLst>
          </p:cNvPr>
          <p:cNvSpPr/>
          <p:nvPr/>
        </p:nvSpPr>
        <p:spPr>
          <a:xfrm>
            <a:off x="6118676" y="7805131"/>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12F5DC10-AAF0-406C-1AB9-8F2B6F71AC57}"/>
              </a:ext>
            </a:extLst>
          </p:cNvPr>
          <p:cNvCxnSpPr>
            <a:cxnSpLocks/>
          </p:cNvCxnSpPr>
          <p:nvPr/>
        </p:nvCxnSpPr>
        <p:spPr>
          <a:xfrm>
            <a:off x="864275" y="7243816"/>
            <a:ext cx="0" cy="342265"/>
          </a:xfrm>
          <a:prstGeom prst="straightConnector1">
            <a:avLst/>
          </a:prstGeom>
          <a:noFill/>
          <a:ln w="28575" cap="flat" cmpd="sng">
            <a:solidFill>
              <a:schemeClr val="dk2"/>
            </a:solidFill>
            <a:prstDash val="dot"/>
            <a:round/>
            <a:headEnd type="none" w="med" len="med"/>
            <a:tailEnd type="none" w="med" len="med"/>
          </a:ln>
        </p:spPr>
      </p:cxnSp>
    </p:spTree>
    <p:extLst>
      <p:ext uri="{BB962C8B-B14F-4D97-AF65-F5344CB8AC3E}">
        <p14:creationId xmlns:p14="http://schemas.microsoft.com/office/powerpoint/2010/main" val="1992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1EA5E8E6-9EC8-FEB6-55D3-0F5A1027B196}"/>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B27509FF-C2AF-6DEA-9C90-FEB665A2D8BE}"/>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9DB3C2AE-7F52-3DA4-16A3-67B9BCB905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pic>
        <p:nvPicPr>
          <p:cNvPr id="216" name="Google Shape;216;p18">
            <a:extLst>
              <a:ext uri="{FF2B5EF4-FFF2-40B4-BE49-F238E27FC236}">
                <a16:creationId xmlns:a16="http://schemas.microsoft.com/office/drawing/2014/main" id="{9AA3011F-D899-8A54-39DC-2C58FD77AB1C}"/>
              </a:ext>
            </a:extLst>
          </p:cNvPr>
          <p:cNvPicPr preferRelativeResize="0"/>
          <p:nvPr/>
        </p:nvPicPr>
        <p:blipFill>
          <a:blip r:embed="rId5">
            <a:alphaModFix/>
          </a:blip>
          <a:stretch>
            <a:fillRect/>
          </a:stretch>
        </p:blipFill>
        <p:spPr>
          <a:xfrm>
            <a:off x="210203" y="8408251"/>
            <a:ext cx="3874636" cy="1607085"/>
          </a:xfrm>
          <a:prstGeom prst="rect">
            <a:avLst/>
          </a:prstGeom>
          <a:noFill/>
          <a:ln>
            <a:noFill/>
          </a:ln>
        </p:spPr>
      </p:pic>
      <p:pic>
        <p:nvPicPr>
          <p:cNvPr id="217" name="Google Shape;217;p18">
            <a:extLst>
              <a:ext uri="{FF2B5EF4-FFF2-40B4-BE49-F238E27FC236}">
                <a16:creationId xmlns:a16="http://schemas.microsoft.com/office/drawing/2014/main" id="{CA40C168-FC7E-DE85-E1D5-DCFFBEEBDCD3}"/>
              </a:ext>
            </a:extLst>
          </p:cNvPr>
          <p:cNvPicPr preferRelativeResize="0"/>
          <p:nvPr/>
        </p:nvPicPr>
        <p:blipFill>
          <a:blip r:embed="rId5">
            <a:alphaModFix/>
          </a:blip>
          <a:stretch>
            <a:fillRect/>
          </a:stretch>
        </p:blipFill>
        <p:spPr>
          <a:xfrm>
            <a:off x="234403" y="2802519"/>
            <a:ext cx="3830026" cy="4983643"/>
          </a:xfrm>
          <a:prstGeom prst="rect">
            <a:avLst/>
          </a:prstGeom>
          <a:noFill/>
          <a:ln>
            <a:noFill/>
          </a:ln>
        </p:spPr>
      </p:pic>
      <p:sp>
        <p:nvSpPr>
          <p:cNvPr id="220" name="Google Shape;220;p18">
            <a:extLst>
              <a:ext uri="{FF2B5EF4-FFF2-40B4-BE49-F238E27FC236}">
                <a16:creationId xmlns:a16="http://schemas.microsoft.com/office/drawing/2014/main" id="{44141784-E370-BF2E-485B-262026C0A02D}"/>
              </a:ext>
            </a:extLst>
          </p:cNvPr>
          <p:cNvSpPr txBox="1"/>
          <p:nvPr/>
        </p:nvSpPr>
        <p:spPr>
          <a:xfrm>
            <a:off x="9398473" y="2540773"/>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D5ED5F2E-0A42-43C9-9874-33D8E417EA37}"/>
              </a:ext>
            </a:extLst>
          </p:cNvPr>
          <p:cNvSpPr txBox="1"/>
          <p:nvPr/>
        </p:nvSpPr>
        <p:spPr>
          <a:xfrm>
            <a:off x="274320" y="114341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667D6E6B-5FF2-009F-491D-C00EC6B635AA}"/>
              </a:ext>
            </a:extLst>
          </p:cNvPr>
          <p:cNvSpPr txBox="1"/>
          <p:nvPr/>
        </p:nvSpPr>
        <p:spPr>
          <a:xfrm>
            <a:off x="4293309" y="1143000"/>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225BF07B-98B8-B3F1-E6C0-4822C9C1299D}"/>
              </a:ext>
            </a:extLst>
          </p:cNvPr>
          <p:cNvSpPr txBox="1"/>
          <p:nvPr/>
        </p:nvSpPr>
        <p:spPr>
          <a:xfrm>
            <a:off x="9319813" y="3528925"/>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51FD8677-3490-BDF9-FE9F-B0887D9754E3}"/>
              </a:ext>
            </a:extLst>
          </p:cNvPr>
          <p:cNvSpPr txBox="1"/>
          <p:nvPr/>
        </p:nvSpPr>
        <p:spPr>
          <a:xfrm>
            <a:off x="274320" y="2718127"/>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783DFF7F-A2BF-52CA-2C2A-AFE0427DA1DF}"/>
              </a:ext>
            </a:extLst>
          </p:cNvPr>
          <p:cNvSpPr txBox="1"/>
          <p:nvPr/>
        </p:nvSpPr>
        <p:spPr>
          <a:xfrm>
            <a:off x="9317736" y="1143000"/>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263FDA46-61C4-6E6E-7930-0CDE2907E956}"/>
              </a:ext>
            </a:extLst>
          </p:cNvPr>
          <p:cNvSpPr txBox="1"/>
          <p:nvPr/>
        </p:nvSpPr>
        <p:spPr>
          <a:xfrm>
            <a:off x="9419498" y="2613517"/>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CAB1EDE9-B0F9-EAE4-E184-22BEB84EB484}"/>
              </a:ext>
            </a:extLst>
          </p:cNvPr>
          <p:cNvSpPr txBox="1"/>
          <p:nvPr/>
        </p:nvSpPr>
        <p:spPr>
          <a:xfrm>
            <a:off x="9324372" y="1619545"/>
            <a:ext cx="382585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47FAF0AE-B3EA-515A-6E3B-93077C8254B8}"/>
              </a:ext>
            </a:extLst>
          </p:cNvPr>
          <p:cNvSpPr txBox="1"/>
          <p:nvPr/>
        </p:nvSpPr>
        <p:spPr>
          <a:xfrm>
            <a:off x="253301" y="1520334"/>
            <a:ext cx="4092520" cy="1390078"/>
          </a:xfrm>
          <a:prstGeom prst="rect">
            <a:avLst/>
          </a:prstGeom>
          <a:noFill/>
          <a:ln>
            <a:noFill/>
          </a:ln>
        </p:spPr>
        <p:txBody>
          <a:bodyPr spcFirstLastPara="1" wrap="square" lIns="139677" tIns="139677" rIns="139677" bIns="139677" anchor="t" anchorCtr="0">
            <a:spAutoFit/>
          </a:bodyPr>
          <a:lstStyle/>
          <a:p>
            <a:r>
              <a:rPr lang="en-US" sz="1200" dirty="0" err="1">
                <a:solidFill>
                  <a:schemeClr val="dk2"/>
                </a:solidFill>
                <a:latin typeface="Source Sans 3"/>
                <a:ea typeface="Source Sans 3"/>
                <a:cs typeface="Source Sans 3"/>
                <a:sym typeface="Source Sans 3"/>
              </a:rPr>
              <a:t>Kaiaulu</a:t>
            </a:r>
            <a:r>
              <a:rPr lang="en-US" sz="1200" dirty="0">
                <a:solidFill>
                  <a:schemeClr val="dk2"/>
                </a:solidFill>
                <a:latin typeface="Source Sans 3"/>
                <a:ea typeface="Source Sans 3"/>
                <a:cs typeface="Source Sans 3"/>
                <a:sym typeface="Source Sans 3"/>
              </a:rPr>
              <a:t> provides support for the download of comment data from multiple sources e.g. GitHub, Jira, and mailing lists  (see </a:t>
            </a:r>
            <a:r>
              <a:rPr lang="en-US" sz="1200" dirty="0" err="1">
                <a:solidFill>
                  <a:schemeClr val="dk2"/>
                </a:solidFill>
                <a:latin typeface="Source Sans 3"/>
                <a:ea typeface="Source Sans 3"/>
                <a:cs typeface="Source Sans 3"/>
                <a:sym typeface="Source Sans 3"/>
              </a:rPr>
              <a:t>sailuh</a:t>
            </a:r>
            <a:r>
              <a:rPr lang="en-US" sz="1200" dirty="0">
                <a:solidFill>
                  <a:schemeClr val="dk2"/>
                </a:solidFill>
                <a:latin typeface="Source Sans 3"/>
                <a:ea typeface="Source Sans 3"/>
                <a:cs typeface="Source Sans 3"/>
                <a:sym typeface="Source Sans 3"/>
              </a:rPr>
              <a:t>/</a:t>
            </a:r>
            <a:r>
              <a:rPr lang="en-US" sz="1200" dirty="0" err="1">
                <a:solidFill>
                  <a:schemeClr val="dk2"/>
                </a:solidFill>
                <a:latin typeface="Source Sans 3"/>
                <a:ea typeface="Source Sans 3"/>
                <a:cs typeface="Source Sans 3"/>
                <a:sym typeface="Source Sans 3"/>
              </a:rPr>
              <a:t>kaiaulu_cheatsheet</a:t>
            </a:r>
            <a:r>
              <a:rPr lang="en-US" sz="1200" dirty="0">
                <a:solidFill>
                  <a:schemeClr val="dk2"/>
                </a:solidFill>
                <a:latin typeface="Source Sans 3"/>
                <a:ea typeface="Source Sans 3"/>
                <a:cs typeface="Source Sans 3"/>
                <a:sym typeface="Source Sans 3"/>
              </a:rPr>
              <a:t>/</a:t>
            </a:r>
            <a:r>
              <a:rPr lang="en-US" sz="1200" dirty="0" err="1">
                <a:solidFill>
                  <a:schemeClr val="dk2"/>
                </a:solidFill>
                <a:latin typeface="Source Sans 3"/>
                <a:ea typeface="Source Sans 3"/>
                <a:cs typeface="Source Sans 3"/>
                <a:sym typeface="Source Sans 3"/>
              </a:rPr>
              <a:t>cheatsheets</a:t>
            </a:r>
            <a:r>
              <a:rPr lang="en-US" sz="1200" dirty="0">
                <a:solidFill>
                  <a:schemeClr val="dk2"/>
                </a:solidFill>
                <a:latin typeface="Source Sans 3"/>
                <a:ea typeface="Source Sans 3"/>
                <a:cs typeface="Source Sans 3"/>
                <a:sym typeface="Source Sans 3"/>
              </a:rPr>
              <a:t>/refresher-</a:t>
            </a:r>
            <a:r>
              <a:rPr lang="en-US" sz="1200" dirty="0" err="1">
                <a:solidFill>
                  <a:schemeClr val="dk2"/>
                </a:solidFill>
                <a:latin typeface="Source Sans 3"/>
                <a:ea typeface="Source Sans 3"/>
                <a:cs typeface="Source Sans 3"/>
                <a:sym typeface="Source Sans 3"/>
              </a:rPr>
              <a:t>cheatsheet.pdf</a:t>
            </a:r>
            <a:r>
              <a:rPr lang="en-US" sz="1200" dirty="0">
                <a:solidFill>
                  <a:schemeClr val="dk2"/>
                </a:solidFill>
                <a:latin typeface="Source Sans 3"/>
                <a:ea typeface="Source Sans 3"/>
                <a:cs typeface="Source Sans 3"/>
                <a:sym typeface="Source Sans 3"/>
              </a:rPr>
              <a:t>). This </a:t>
            </a:r>
            <a:r>
              <a:rPr lang="en-US" sz="1200" dirty="0" err="1">
                <a:solidFill>
                  <a:schemeClr val="dk2"/>
                </a:solidFill>
                <a:latin typeface="Source Sans 3"/>
                <a:ea typeface="Source Sans 3"/>
                <a:cs typeface="Source Sans 3"/>
                <a:sym typeface="Source Sans 3"/>
              </a:rPr>
              <a:t>cheatsheet</a:t>
            </a:r>
            <a:r>
              <a:rPr lang="en-US" sz="1200" dirty="0">
                <a:solidFill>
                  <a:schemeClr val="dk2"/>
                </a:solidFill>
                <a:latin typeface="Source Sans 3"/>
                <a:ea typeface="Source Sans 3"/>
                <a:cs typeface="Source Sans 3"/>
                <a:sym typeface="Source Sans 3"/>
              </a:rPr>
              <a:t> covers how to take these comments and apply a sentiment to them using a machine learning classifier for sentiment analysis.</a:t>
            </a:r>
          </a:p>
        </p:txBody>
      </p:sp>
      <p:sp>
        <p:nvSpPr>
          <p:cNvPr id="229" name="Google Shape;229;p18">
            <a:extLst>
              <a:ext uri="{FF2B5EF4-FFF2-40B4-BE49-F238E27FC236}">
                <a16:creationId xmlns:a16="http://schemas.microsoft.com/office/drawing/2014/main" id="{F14C497A-3035-5111-8DE0-990B0531583D}"/>
              </a:ext>
            </a:extLst>
          </p:cNvPr>
          <p:cNvSpPr txBox="1"/>
          <p:nvPr/>
        </p:nvSpPr>
        <p:spPr>
          <a:xfrm>
            <a:off x="287688" y="3140376"/>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E8FDC04E-3D65-EC86-3D56-F514F1E77E99}"/>
              </a:ext>
            </a:extLst>
          </p:cNvPr>
          <p:cNvSpPr txBox="1"/>
          <p:nvPr/>
        </p:nvSpPr>
        <p:spPr>
          <a:xfrm>
            <a:off x="4270098" y="1677223"/>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1D41B88F-6BFA-6F81-E931-13D5E2E5E696}"/>
              </a:ext>
            </a:extLst>
          </p:cNvPr>
          <p:cNvSpPr txBox="1"/>
          <p:nvPr/>
        </p:nvSpPr>
        <p:spPr>
          <a:xfrm>
            <a:off x="4315289" y="7687879"/>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75A55D92-4A1D-6584-D3F5-C6082EF7A771}"/>
              </a:ext>
            </a:extLst>
          </p:cNvPr>
          <p:cNvSpPr txBox="1"/>
          <p:nvPr/>
        </p:nvSpPr>
        <p:spPr>
          <a:xfrm>
            <a:off x="9352482" y="4045627"/>
            <a:ext cx="4674907" cy="1020746"/>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two engagement metrics. Developer’s comments are grouped by time step within a moving window to form a time series of engagement. </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B661D456-88DD-ED40-59B6-4CA04FE7D3FA}"/>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3EB34A9C-2622-CEBB-11BA-99AD042B1E01}"/>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1A4780EE-2F83-1536-FF48-5C9161FCB85A}"/>
              </a:ext>
            </a:extLst>
          </p:cNvPr>
          <p:cNvSpPr/>
          <p:nvPr/>
        </p:nvSpPr>
        <p:spPr>
          <a:xfrm>
            <a:off x="404387" y="3898220"/>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61343CA2-85B1-4F96-D65D-930095DB546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9600E3D1-F4DF-511E-42F8-4AED2F9A38E0}"/>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2026-4</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390D8E8B-6060-5168-F02D-672431E6977A}"/>
              </a:ext>
            </a:extLst>
          </p:cNvPr>
          <p:cNvSpPr txBox="1"/>
          <p:nvPr/>
        </p:nvSpPr>
        <p:spPr>
          <a:xfrm>
            <a:off x="411063" y="4033487"/>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2058CD49-E766-5F14-0D72-3078C2F9A30C}"/>
              </a:ext>
            </a:extLst>
          </p:cNvPr>
          <p:cNvSpPr txBox="1"/>
          <p:nvPr/>
        </p:nvSpPr>
        <p:spPr>
          <a:xfrm>
            <a:off x="1035666" y="3781476"/>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262B9C26-86AF-E5EC-AA63-2106B11DCF2A}"/>
              </a:ext>
            </a:extLst>
          </p:cNvPr>
          <p:cNvSpPr txBox="1"/>
          <p:nvPr/>
        </p:nvSpPr>
        <p:spPr>
          <a:xfrm>
            <a:off x="190069" y="7749716"/>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09D0E76B-0DB5-A032-9473-A76DF391FAB5}"/>
              </a:ext>
            </a:extLst>
          </p:cNvPr>
          <p:cNvSpPr/>
          <p:nvPr/>
        </p:nvSpPr>
        <p:spPr>
          <a:xfrm>
            <a:off x="366097" y="8845591"/>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3C344BBA-08BC-1CF5-6EB7-CA908CEF9EAC}"/>
              </a:ext>
            </a:extLst>
          </p:cNvPr>
          <p:cNvSpPr txBox="1"/>
          <p:nvPr/>
        </p:nvSpPr>
        <p:spPr>
          <a:xfrm>
            <a:off x="0" y="9040390"/>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55E3EF69-202A-F706-390B-AA9B1204545F}"/>
              </a:ext>
            </a:extLst>
          </p:cNvPr>
          <p:cNvSpPr txBox="1"/>
          <p:nvPr/>
        </p:nvSpPr>
        <p:spPr>
          <a:xfrm>
            <a:off x="274320" y="8302641"/>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FE468BB4-86BB-3E5E-F0F0-82BE0C913FDB}"/>
              </a:ext>
            </a:extLst>
          </p:cNvPr>
          <p:cNvSpPr txBox="1"/>
          <p:nvPr/>
        </p:nvSpPr>
        <p:spPr>
          <a:xfrm>
            <a:off x="1196058" y="8767140"/>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8384C140-7A74-8D59-CCD0-BFF50918E3B8}"/>
              </a:ext>
            </a:extLst>
          </p:cNvPr>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7 (Alternate version)</a:t>
            </a:r>
            <a:endParaRPr sz="2750" dirty="0">
              <a:solidFill>
                <a:schemeClr val="dk2"/>
              </a:solidFill>
            </a:endParaRPr>
          </a:p>
        </p:txBody>
      </p:sp>
      <p:sp>
        <p:nvSpPr>
          <p:cNvPr id="324" name="Google Shape;324;p18">
            <a:extLst>
              <a:ext uri="{FF2B5EF4-FFF2-40B4-BE49-F238E27FC236}">
                <a16:creationId xmlns:a16="http://schemas.microsoft.com/office/drawing/2014/main" id="{8CB7AE57-0B8D-ACE9-58CE-3836624C1D36}"/>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2671DFE6-EDF4-0D64-FA27-0F0710FE55E7}"/>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526718A6-6856-2A55-83C9-65C7ABA2EC6E}"/>
              </a:ext>
            </a:extLst>
          </p:cNvPr>
          <p:cNvSpPr/>
          <p:nvPr/>
        </p:nvSpPr>
        <p:spPr>
          <a:xfrm>
            <a:off x="4194019" y="3045285"/>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5137D631-4561-6D29-3704-2308C84F5F2A}"/>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DA8FDFCF-587F-E0BC-2852-703CCED57115}"/>
              </a:ext>
            </a:extLst>
          </p:cNvPr>
          <p:cNvSpPr txBox="1"/>
          <p:nvPr/>
        </p:nvSpPr>
        <p:spPr>
          <a:xfrm>
            <a:off x="5292757" y="4733561"/>
            <a:ext cx="117157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5E985772-4436-016C-FAB1-B6AD73F5A63C}"/>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124E0D04-00D5-9A05-145E-156FB588218B}"/>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FE6159D0-6D99-F8FB-88D4-DBF1B5D97F3E}"/>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6A12BA45-B694-B2F6-9354-7D875B6E00D0}"/>
              </a:ext>
            </a:extLst>
          </p:cNvPr>
          <p:cNvSpPr txBox="1"/>
          <p:nvPr/>
        </p:nvSpPr>
        <p:spPr>
          <a:xfrm>
            <a:off x="7418473" y="4557631"/>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168A7BA1-4957-6299-54D9-607BE190474B}"/>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6625D5F6-12B6-5BC4-167E-1B14D4603EDC}"/>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8A8A8183-B166-78D6-AC41-F6C321CB53B3}"/>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C21BCC70-B80A-0B42-B9EC-87B25DBCFEC3}"/>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502D23B5-D76F-36B9-DE90-2C99D32A373D}"/>
              </a:ext>
            </a:extLst>
          </p:cNvPr>
          <p:cNvSpPr/>
          <p:nvPr/>
        </p:nvSpPr>
        <p:spPr>
          <a:xfrm>
            <a:off x="6544679" y="560298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B969C2A4-F736-BFDF-58EA-AC42F5D70F41}"/>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6446358B-E36B-56F0-680E-496B54E162E4}"/>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946D5198-4178-7C52-0205-D5AF0CB56FAE}"/>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443CFA83-CDEC-DC7E-FDC3-DAB1EA68A1C4}"/>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4AD3C2AF-4657-8E6B-71C0-E1906EC8A386}"/>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F27F93B3-0825-19EB-82ED-2D10C200543E}"/>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E6E540E8-4736-008A-0819-654BF6BA8889}"/>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1AC26D8D-682F-70F9-622A-84BF5F71D9DF}"/>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A3A13068-54D7-BEA0-A4EF-51EC1ABE8399}"/>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1D75C1B1-4D90-3D01-BD23-C7BF674A1FE3}"/>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4E5AECCA-8C20-0DD3-D770-15C38D12F04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3A433BA6-D0FC-CA61-C969-2D921714C1B5}"/>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6AFF228B-D7D7-0C22-DE54-927FED0FD02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489C7AB5-FE02-5F70-E731-95197DC60D6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70979255-C00C-3DC2-5F34-9AAA3E9A32E2}"/>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94CA1713-CB55-7847-B6EC-4BAEE8BF0B44}"/>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9B166509-7DEB-9CB0-CA3C-02CD2BCD5E67}"/>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BA2E4CD3-C4B5-87BE-CC8E-263B7C0DC4C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1AB8B942-4E98-33DB-A49A-81D40A60547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CAECDE4C-840D-6E51-A45E-B484119F0982}"/>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B79758E2-886D-730E-DD49-38192226B34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A9C713AD-175C-A294-576E-3BF001F65D2C}"/>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FABD6EC5-E8F2-A43B-4864-743D6ED6D40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F3529DAC-2C64-4502-E846-591A9C884F1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B23B951B-2A53-5660-FE6A-81B94DFC4B17}"/>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6B349F67-D444-4395-E370-6468EA586F36}"/>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752F7681-AE8E-132E-8728-C241EB03587D}"/>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5F715718-4A2B-76D7-F164-45B89CB1074F}"/>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D7882F9C-52A6-2DC9-24BE-6AB920A121C6}"/>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0B00173C-34D5-7EA5-56A5-F153A003242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B54F7772-A2B3-CE32-CAB5-199083D55E9B}"/>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C1035968-0ECF-B5AF-6ADF-526DAC98F35D}"/>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61C75CAE-FB8C-4926-2705-9BAC240073DB}"/>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77293417-7A9A-1782-181E-BFA1EA4184D1}"/>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4CC6B042-BE50-918F-EB18-D5F532236BCF}"/>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1300149E-1471-8CCA-7F37-92055200F0CF}"/>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830A3E17-B8B2-2101-57D3-7E84AF534997}"/>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3094192B-A364-449C-01EB-61D9A4F56351}"/>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A9B9F58E-0969-CC1E-65E9-C537C32E571F}"/>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FE207D9B-3F3B-E061-9440-B2DF6DDB3B34}"/>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0BE12D0E-A64B-AEBF-AF98-3BBD506BEA44}"/>
              </a:ext>
            </a:extLst>
          </p:cNvPr>
          <p:cNvSpPr txBox="1"/>
          <p:nvPr/>
        </p:nvSpPr>
        <p:spPr>
          <a:xfrm>
            <a:off x="5815821" y="2698484"/>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FF077350-8A45-252E-374D-DFCCBC325C92}"/>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28CCC99C-4CB1-BA3F-1870-C7D319CFCB57}"/>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5BBEFD85-1456-9D01-CF8E-29CA98E4D4E8}"/>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D437A579-9BBE-176E-DBE3-67DA0E1B5522}"/>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A8812A88-F033-1FD9-7147-BE6848CB0935}"/>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7CC8E6FA-6F12-F755-D797-63268FF5145F}"/>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502" name="Google Shape;292;p18">
            <a:extLst>
              <a:ext uri="{FF2B5EF4-FFF2-40B4-BE49-F238E27FC236}">
                <a16:creationId xmlns:a16="http://schemas.microsoft.com/office/drawing/2014/main" id="{F2EF220A-680E-9516-753E-AF8C2E2AE968}"/>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199EF0CD-55FC-B323-73EA-EA63D3E8A2CD}"/>
              </a:ext>
            </a:extLst>
          </p:cNvPr>
          <p:cNvSpPr txBox="1"/>
          <p:nvPr/>
        </p:nvSpPr>
        <p:spPr>
          <a:xfrm>
            <a:off x="5703039" y="6314089"/>
            <a:ext cx="57274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39DDBF8A-7C85-0A1F-8F3F-621045509EBF}"/>
              </a:ext>
            </a:extLst>
          </p:cNvPr>
          <p:cNvCxnSpPr>
            <a:cxnSpLocks/>
            <a:endCxn id="328" idx="1"/>
          </p:cNvCxnSpPr>
          <p:nvPr/>
        </p:nvCxnSpPr>
        <p:spPr>
          <a:xfrm>
            <a:off x="4995414" y="4699000"/>
            <a:ext cx="297343" cy="24788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F57715F6-656D-9854-F217-6F85A256F4FC}"/>
              </a:ext>
            </a:extLst>
          </p:cNvPr>
          <p:cNvGrpSpPr/>
          <p:nvPr/>
        </p:nvGrpSpPr>
        <p:grpSpPr>
          <a:xfrm>
            <a:off x="4995414" y="5116116"/>
            <a:ext cx="311202" cy="635397"/>
            <a:chOff x="4995414" y="5124450"/>
            <a:chExt cx="279788" cy="627063"/>
          </a:xfrm>
        </p:grpSpPr>
        <p:cxnSp>
          <p:nvCxnSpPr>
            <p:cNvPr id="508" name="Straight Connector 507">
              <a:extLst>
                <a:ext uri="{FF2B5EF4-FFF2-40B4-BE49-F238E27FC236}">
                  <a16:creationId xmlns:a16="http://schemas.microsoft.com/office/drawing/2014/main" id="{AAB04AFE-BC22-0DD0-E771-C5E80E29323E}"/>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4917E223-CF4A-7AD9-2310-A401B51F6C06}"/>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C1789584-D0B4-E401-6EFF-89D8AE89105C}"/>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DCDA68CB-1A3F-2BE9-2C34-519D3250076A}"/>
              </a:ext>
            </a:extLst>
          </p:cNvPr>
          <p:cNvGrpSpPr/>
          <p:nvPr/>
        </p:nvGrpSpPr>
        <p:grpSpPr>
          <a:xfrm>
            <a:off x="4995414" y="4014788"/>
            <a:ext cx="297343" cy="642937"/>
            <a:chOff x="4995414" y="4014788"/>
            <a:chExt cx="318346" cy="642937"/>
          </a:xfrm>
        </p:grpSpPr>
        <p:cxnSp>
          <p:nvCxnSpPr>
            <p:cNvPr id="6" name="Straight Connector 5">
              <a:extLst>
                <a:ext uri="{FF2B5EF4-FFF2-40B4-BE49-F238E27FC236}">
                  <a16:creationId xmlns:a16="http://schemas.microsoft.com/office/drawing/2014/main" id="{C7A6A6BC-B319-1D2B-EB28-E9A0DBF3E9BF}"/>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3404268-7EB9-C4F2-E9CF-5103AAD0B1D7}"/>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50404FFB-4C24-35C8-64BD-474BB4DAE156}"/>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BF4B1354-B16A-24A9-0ADD-D406AE28837C}"/>
              </a:ext>
            </a:extLst>
          </p:cNvPr>
          <p:cNvSpPr/>
          <p:nvPr/>
        </p:nvSpPr>
        <p:spPr>
          <a:xfrm>
            <a:off x="6913076" y="5603947"/>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B9A23076-DD79-82F9-BA7F-D5AC73196081}"/>
              </a:ext>
            </a:extLst>
          </p:cNvPr>
          <p:cNvSpPr/>
          <p:nvPr/>
        </p:nvSpPr>
        <p:spPr>
          <a:xfrm>
            <a:off x="7301918" y="5596454"/>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01AC05A0-E32F-0AB1-EA52-0262DD0C43CF}"/>
              </a:ext>
            </a:extLst>
          </p:cNvPr>
          <p:cNvSpPr/>
          <p:nvPr/>
        </p:nvSpPr>
        <p:spPr>
          <a:xfrm>
            <a:off x="6853267" y="4366648"/>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9C7A4519-4AFD-D607-A05B-E9893A994580}"/>
              </a:ext>
            </a:extLst>
          </p:cNvPr>
          <p:cNvSpPr/>
          <p:nvPr/>
        </p:nvSpPr>
        <p:spPr>
          <a:xfrm>
            <a:off x="8159758" y="8535909"/>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CECE4915-08D2-553D-FB1F-229234646874}"/>
              </a:ext>
            </a:extLst>
          </p:cNvPr>
          <p:cNvSpPr/>
          <p:nvPr/>
        </p:nvSpPr>
        <p:spPr>
          <a:xfrm>
            <a:off x="9140222" y="8531790"/>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3D7FB594-5233-3A6E-FEFF-3714C10BF2F1}"/>
              </a:ext>
            </a:extLst>
          </p:cNvPr>
          <p:cNvSpPr/>
          <p:nvPr/>
        </p:nvSpPr>
        <p:spPr>
          <a:xfrm>
            <a:off x="5008114" y="8722940"/>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96712EC9-23B1-9636-3B9F-33BE88900D56}"/>
              </a:ext>
            </a:extLst>
          </p:cNvPr>
          <p:cNvSpPr/>
          <p:nvPr/>
        </p:nvSpPr>
        <p:spPr>
          <a:xfrm>
            <a:off x="6198486" y="7808399"/>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0BA05B7B-ED27-EA0A-A1C4-FEDD633C7E05}"/>
              </a:ext>
            </a:extLst>
          </p:cNvPr>
          <p:cNvCxnSpPr>
            <a:cxnSpLocks/>
          </p:cNvCxnSpPr>
          <p:nvPr/>
        </p:nvCxnSpPr>
        <p:spPr>
          <a:xfrm>
            <a:off x="864275" y="7243816"/>
            <a:ext cx="0" cy="342265"/>
          </a:xfrm>
          <a:prstGeom prst="straightConnector1">
            <a:avLst/>
          </a:prstGeom>
          <a:noFill/>
          <a:ln w="28575" cap="flat" cmpd="sng">
            <a:solidFill>
              <a:schemeClr val="dk2"/>
            </a:solidFill>
            <a:prstDash val="dot"/>
            <a:round/>
            <a:headEnd type="none" w="med" len="med"/>
            <a:tailEnd type="none" w="med" len="med"/>
          </a:ln>
        </p:spPr>
      </p:cxnSp>
      <p:cxnSp>
        <p:nvCxnSpPr>
          <p:cNvPr id="516" name="Google Shape;212;p18">
            <a:extLst>
              <a:ext uri="{FF2B5EF4-FFF2-40B4-BE49-F238E27FC236}">
                <a16:creationId xmlns:a16="http://schemas.microsoft.com/office/drawing/2014/main" id="{FC07F639-B837-63FA-EC5B-C7C3A0E8A2E7}"/>
              </a:ext>
            </a:extLst>
          </p:cNvPr>
          <p:cNvCxnSpPr>
            <a:cxnSpLocks/>
          </p:cNvCxnSpPr>
          <p:nvPr/>
        </p:nvCxnSpPr>
        <p:spPr>
          <a:xfrm rot="10800000">
            <a:off x="10806713" y="9657332"/>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517" name="Google Shape;213;p18">
            <a:extLst>
              <a:ext uri="{FF2B5EF4-FFF2-40B4-BE49-F238E27FC236}">
                <a16:creationId xmlns:a16="http://schemas.microsoft.com/office/drawing/2014/main" id="{8F44642D-235E-7613-08CE-5A0D0C3D0EAB}"/>
              </a:ext>
            </a:extLst>
          </p:cNvPr>
          <p:cNvCxnSpPr>
            <a:cxnSpLocks/>
          </p:cNvCxnSpPr>
          <p:nvPr/>
        </p:nvCxnSpPr>
        <p:spPr>
          <a:xfrm rot="10800000">
            <a:off x="10800827" y="9552934"/>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518" name="Google Shape;214;p18">
            <a:extLst>
              <a:ext uri="{FF2B5EF4-FFF2-40B4-BE49-F238E27FC236}">
                <a16:creationId xmlns:a16="http://schemas.microsoft.com/office/drawing/2014/main" id="{7D124F17-09BB-5E16-014E-92106A33AEDF}"/>
              </a:ext>
            </a:extLst>
          </p:cNvPr>
          <p:cNvCxnSpPr>
            <a:cxnSpLocks/>
          </p:cNvCxnSpPr>
          <p:nvPr/>
        </p:nvCxnSpPr>
        <p:spPr>
          <a:xfrm flipH="1">
            <a:off x="10875492" y="9518435"/>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519" name="Google Shape;215;p18">
            <a:extLst>
              <a:ext uri="{FF2B5EF4-FFF2-40B4-BE49-F238E27FC236}">
                <a16:creationId xmlns:a16="http://schemas.microsoft.com/office/drawing/2014/main" id="{7108BB78-E91A-E441-3B82-9FD9B22C9D52}"/>
              </a:ext>
            </a:extLst>
          </p:cNvPr>
          <p:cNvSpPr/>
          <p:nvPr/>
        </p:nvSpPr>
        <p:spPr>
          <a:xfrm>
            <a:off x="10851819" y="963711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520" name="Google Shape;246;p18">
            <a:extLst>
              <a:ext uri="{FF2B5EF4-FFF2-40B4-BE49-F238E27FC236}">
                <a16:creationId xmlns:a16="http://schemas.microsoft.com/office/drawing/2014/main" id="{45D6BA93-3D1A-58C1-B926-4750B22D6BDF}"/>
              </a:ext>
            </a:extLst>
          </p:cNvPr>
          <p:cNvPicPr preferRelativeResize="0"/>
          <p:nvPr/>
        </p:nvPicPr>
        <p:blipFill>
          <a:blip r:embed="rId7">
            <a:alphaModFix/>
          </a:blip>
          <a:stretch>
            <a:fillRect/>
          </a:stretch>
        </p:blipFill>
        <p:spPr>
          <a:xfrm>
            <a:off x="9476869" y="6357242"/>
            <a:ext cx="3884579" cy="470250"/>
          </a:xfrm>
          <a:prstGeom prst="rect">
            <a:avLst/>
          </a:prstGeom>
          <a:noFill/>
          <a:ln>
            <a:noFill/>
          </a:ln>
        </p:spPr>
      </p:pic>
      <p:sp>
        <p:nvSpPr>
          <p:cNvPr id="521" name="Google Shape;247;p18">
            <a:extLst>
              <a:ext uri="{FF2B5EF4-FFF2-40B4-BE49-F238E27FC236}">
                <a16:creationId xmlns:a16="http://schemas.microsoft.com/office/drawing/2014/main" id="{3434ADD7-C267-0750-92E0-212A3F1956F7}"/>
              </a:ext>
            </a:extLst>
          </p:cNvPr>
          <p:cNvSpPr txBox="1"/>
          <p:nvPr/>
        </p:nvSpPr>
        <p:spPr>
          <a:xfrm>
            <a:off x="13107900" y="6364735"/>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522" name="Google Shape;248;p18">
            <a:extLst>
              <a:ext uri="{FF2B5EF4-FFF2-40B4-BE49-F238E27FC236}">
                <a16:creationId xmlns:a16="http://schemas.microsoft.com/office/drawing/2014/main" id="{446C0A28-0B0C-ABD2-BEC0-42915AA74870}"/>
              </a:ext>
            </a:extLst>
          </p:cNvPr>
          <p:cNvPicPr preferRelativeResize="0"/>
          <p:nvPr/>
        </p:nvPicPr>
        <p:blipFill>
          <a:blip r:embed="rId8">
            <a:alphaModFix/>
          </a:blip>
          <a:stretch>
            <a:fillRect/>
          </a:stretch>
        </p:blipFill>
        <p:spPr>
          <a:xfrm>
            <a:off x="9476869" y="6729337"/>
            <a:ext cx="809211" cy="470250"/>
          </a:xfrm>
          <a:prstGeom prst="rect">
            <a:avLst/>
          </a:prstGeom>
          <a:noFill/>
          <a:ln>
            <a:noFill/>
          </a:ln>
        </p:spPr>
      </p:pic>
      <p:cxnSp>
        <p:nvCxnSpPr>
          <p:cNvPr id="523" name="Google Shape;249;p18">
            <a:extLst>
              <a:ext uri="{FF2B5EF4-FFF2-40B4-BE49-F238E27FC236}">
                <a16:creationId xmlns:a16="http://schemas.microsoft.com/office/drawing/2014/main" id="{555007E4-BFD7-4C26-1001-0C94DD5D14C2}"/>
              </a:ext>
            </a:extLst>
          </p:cNvPr>
          <p:cNvCxnSpPr>
            <a:cxnSpLocks/>
          </p:cNvCxnSpPr>
          <p:nvPr/>
        </p:nvCxnSpPr>
        <p:spPr>
          <a:xfrm>
            <a:off x="9612954" y="727309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24" name="Google Shape;250;p18">
            <a:extLst>
              <a:ext uri="{FF2B5EF4-FFF2-40B4-BE49-F238E27FC236}">
                <a16:creationId xmlns:a16="http://schemas.microsoft.com/office/drawing/2014/main" id="{617E4F24-FFD9-2B11-C1E2-C9475DB773F8}"/>
              </a:ext>
            </a:extLst>
          </p:cNvPr>
          <p:cNvSpPr txBox="1"/>
          <p:nvPr/>
        </p:nvSpPr>
        <p:spPr>
          <a:xfrm>
            <a:off x="9615396" y="7323207"/>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525" name="Google Shape;251;p18">
            <a:extLst>
              <a:ext uri="{FF2B5EF4-FFF2-40B4-BE49-F238E27FC236}">
                <a16:creationId xmlns:a16="http://schemas.microsoft.com/office/drawing/2014/main" id="{A42D2859-3F41-7D6E-5AEE-2B55BEC333D0}"/>
              </a:ext>
            </a:extLst>
          </p:cNvPr>
          <p:cNvPicPr preferRelativeResize="0"/>
          <p:nvPr/>
        </p:nvPicPr>
        <p:blipFill>
          <a:blip r:embed="rId9">
            <a:alphaModFix/>
          </a:blip>
          <a:stretch>
            <a:fillRect/>
          </a:stretch>
        </p:blipFill>
        <p:spPr>
          <a:xfrm>
            <a:off x="9498598" y="7233756"/>
            <a:ext cx="777249" cy="347527"/>
          </a:xfrm>
          <a:prstGeom prst="rect">
            <a:avLst/>
          </a:prstGeom>
          <a:noFill/>
          <a:ln>
            <a:noFill/>
          </a:ln>
        </p:spPr>
      </p:pic>
      <p:sp>
        <p:nvSpPr>
          <p:cNvPr id="526" name="Google Shape;253;p18">
            <a:extLst>
              <a:ext uri="{FF2B5EF4-FFF2-40B4-BE49-F238E27FC236}">
                <a16:creationId xmlns:a16="http://schemas.microsoft.com/office/drawing/2014/main" id="{0F9A9093-C3A7-0B06-4FF3-F9062B73E407}"/>
              </a:ext>
            </a:extLst>
          </p:cNvPr>
          <p:cNvSpPr txBox="1"/>
          <p:nvPr/>
        </p:nvSpPr>
        <p:spPr>
          <a:xfrm>
            <a:off x="10072720" y="672902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527" name="Google Shape;254;p18">
            <a:extLst>
              <a:ext uri="{FF2B5EF4-FFF2-40B4-BE49-F238E27FC236}">
                <a16:creationId xmlns:a16="http://schemas.microsoft.com/office/drawing/2014/main" id="{47296E7B-A734-6E4F-85D3-0DC68F88F155}"/>
              </a:ext>
            </a:extLst>
          </p:cNvPr>
          <p:cNvSpPr txBox="1"/>
          <p:nvPr/>
        </p:nvSpPr>
        <p:spPr>
          <a:xfrm>
            <a:off x="11295671" y="672766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8" name="Google Shape;255;p18">
            <a:extLst>
              <a:ext uri="{FF2B5EF4-FFF2-40B4-BE49-F238E27FC236}">
                <a16:creationId xmlns:a16="http://schemas.microsoft.com/office/drawing/2014/main" id="{B13B01A3-4D80-39EF-4F3E-DA2269A1882B}"/>
              </a:ext>
            </a:extLst>
          </p:cNvPr>
          <p:cNvSpPr txBox="1"/>
          <p:nvPr/>
        </p:nvSpPr>
        <p:spPr>
          <a:xfrm>
            <a:off x="11987647" y="672735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9" name="Google Shape;292;p18">
            <a:extLst>
              <a:ext uri="{FF2B5EF4-FFF2-40B4-BE49-F238E27FC236}">
                <a16:creationId xmlns:a16="http://schemas.microsoft.com/office/drawing/2014/main" id="{D5C2F67F-3307-B381-05E3-B82BE5CF0C38}"/>
              </a:ext>
            </a:extLst>
          </p:cNvPr>
          <p:cNvSpPr/>
          <p:nvPr/>
        </p:nvSpPr>
        <p:spPr>
          <a:xfrm>
            <a:off x="11755733" y="682527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30" name="Google Shape;293;p18">
            <a:extLst>
              <a:ext uri="{FF2B5EF4-FFF2-40B4-BE49-F238E27FC236}">
                <a16:creationId xmlns:a16="http://schemas.microsoft.com/office/drawing/2014/main" id="{69742FE0-043C-3162-B2FA-1B70987B9CCF}"/>
              </a:ext>
            </a:extLst>
          </p:cNvPr>
          <p:cNvSpPr txBox="1"/>
          <p:nvPr/>
        </p:nvSpPr>
        <p:spPr>
          <a:xfrm>
            <a:off x="11623088" y="6798989"/>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31" name="Google Shape;296;p18">
            <a:extLst>
              <a:ext uri="{FF2B5EF4-FFF2-40B4-BE49-F238E27FC236}">
                <a16:creationId xmlns:a16="http://schemas.microsoft.com/office/drawing/2014/main" id="{23213467-A1F5-1988-A81A-AA5CBAAEAF26}"/>
              </a:ext>
            </a:extLst>
          </p:cNvPr>
          <p:cNvCxnSpPr>
            <a:cxnSpLocks/>
          </p:cNvCxnSpPr>
          <p:nvPr/>
        </p:nvCxnSpPr>
        <p:spPr>
          <a:xfrm rot="10800000">
            <a:off x="9854524" y="8764317"/>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532" name="Google Shape;297;p18">
            <a:extLst>
              <a:ext uri="{FF2B5EF4-FFF2-40B4-BE49-F238E27FC236}">
                <a16:creationId xmlns:a16="http://schemas.microsoft.com/office/drawing/2014/main" id="{0740D6C6-FCBC-0E7C-371B-2B65801A498A}"/>
              </a:ext>
            </a:extLst>
          </p:cNvPr>
          <p:cNvCxnSpPr>
            <a:cxnSpLocks/>
          </p:cNvCxnSpPr>
          <p:nvPr/>
        </p:nvCxnSpPr>
        <p:spPr>
          <a:xfrm flipV="1">
            <a:off x="9853450" y="10156734"/>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533" name="Google Shape;298;p18">
            <a:extLst>
              <a:ext uri="{FF2B5EF4-FFF2-40B4-BE49-F238E27FC236}">
                <a16:creationId xmlns:a16="http://schemas.microsoft.com/office/drawing/2014/main" id="{1332158E-7FE4-7D89-7C81-35FB90D69CF2}"/>
              </a:ext>
            </a:extLst>
          </p:cNvPr>
          <p:cNvCxnSpPr>
            <a:cxnSpLocks/>
          </p:cNvCxnSpPr>
          <p:nvPr/>
        </p:nvCxnSpPr>
        <p:spPr>
          <a:xfrm rot="10800000" flipH="1">
            <a:off x="9877216" y="9612570"/>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534" name="Google Shape;299;p18">
            <a:extLst>
              <a:ext uri="{FF2B5EF4-FFF2-40B4-BE49-F238E27FC236}">
                <a16:creationId xmlns:a16="http://schemas.microsoft.com/office/drawing/2014/main" id="{4BDD3F5F-A2A0-1C87-A68E-AB16D9C23009}"/>
              </a:ext>
            </a:extLst>
          </p:cNvPr>
          <p:cNvCxnSpPr>
            <a:cxnSpLocks/>
          </p:cNvCxnSpPr>
          <p:nvPr/>
        </p:nvCxnSpPr>
        <p:spPr>
          <a:xfrm>
            <a:off x="10141071" y="9619000"/>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535" name="Google Shape;300;p18">
            <a:extLst>
              <a:ext uri="{FF2B5EF4-FFF2-40B4-BE49-F238E27FC236}">
                <a16:creationId xmlns:a16="http://schemas.microsoft.com/office/drawing/2014/main" id="{6E6A0773-461A-B687-7503-4D9989971E8D}"/>
              </a:ext>
            </a:extLst>
          </p:cNvPr>
          <p:cNvCxnSpPr>
            <a:cxnSpLocks/>
          </p:cNvCxnSpPr>
          <p:nvPr/>
        </p:nvCxnSpPr>
        <p:spPr>
          <a:xfrm rot="10800000" flipH="1">
            <a:off x="10389217" y="9741783"/>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536" name="Google Shape;301;p18">
            <a:extLst>
              <a:ext uri="{FF2B5EF4-FFF2-40B4-BE49-F238E27FC236}">
                <a16:creationId xmlns:a16="http://schemas.microsoft.com/office/drawing/2014/main" id="{15EEAE68-BD76-0763-5885-5BC02A02BAFE}"/>
              </a:ext>
            </a:extLst>
          </p:cNvPr>
          <p:cNvCxnSpPr>
            <a:cxnSpLocks/>
          </p:cNvCxnSpPr>
          <p:nvPr/>
        </p:nvCxnSpPr>
        <p:spPr>
          <a:xfrm rot="10800000" flipH="1">
            <a:off x="10615571" y="9537735"/>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537" name="Google Shape;302;p18">
            <a:extLst>
              <a:ext uri="{FF2B5EF4-FFF2-40B4-BE49-F238E27FC236}">
                <a16:creationId xmlns:a16="http://schemas.microsoft.com/office/drawing/2014/main" id="{BFD66300-9B9C-B50A-5FEB-5998D67A193C}"/>
              </a:ext>
            </a:extLst>
          </p:cNvPr>
          <p:cNvCxnSpPr>
            <a:cxnSpLocks/>
          </p:cNvCxnSpPr>
          <p:nvPr/>
        </p:nvCxnSpPr>
        <p:spPr>
          <a:xfrm rot="10800000" flipH="1">
            <a:off x="9882452" y="9804174"/>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538" name="Google Shape;303;p18">
            <a:extLst>
              <a:ext uri="{FF2B5EF4-FFF2-40B4-BE49-F238E27FC236}">
                <a16:creationId xmlns:a16="http://schemas.microsoft.com/office/drawing/2014/main" id="{94BECE21-8CF4-FB9F-F53B-511E94D433A8}"/>
              </a:ext>
            </a:extLst>
          </p:cNvPr>
          <p:cNvCxnSpPr>
            <a:cxnSpLocks/>
          </p:cNvCxnSpPr>
          <p:nvPr/>
        </p:nvCxnSpPr>
        <p:spPr>
          <a:xfrm rot="10800000" flipH="1">
            <a:off x="10160723" y="9653818"/>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539" name="Google Shape;304;p18">
            <a:extLst>
              <a:ext uri="{FF2B5EF4-FFF2-40B4-BE49-F238E27FC236}">
                <a16:creationId xmlns:a16="http://schemas.microsoft.com/office/drawing/2014/main" id="{8259DF13-A0F0-4FDE-4935-D763F8F75CEB}"/>
              </a:ext>
            </a:extLst>
          </p:cNvPr>
          <p:cNvCxnSpPr>
            <a:cxnSpLocks/>
          </p:cNvCxnSpPr>
          <p:nvPr/>
        </p:nvCxnSpPr>
        <p:spPr>
          <a:xfrm rot="10800000" flipH="1">
            <a:off x="10549411" y="9351877"/>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540" name="Google Shape;305;p18">
            <a:extLst>
              <a:ext uri="{FF2B5EF4-FFF2-40B4-BE49-F238E27FC236}">
                <a16:creationId xmlns:a16="http://schemas.microsoft.com/office/drawing/2014/main" id="{0112D8CC-C307-C3F5-36E1-50D7BC3D7402}"/>
              </a:ext>
            </a:extLst>
          </p:cNvPr>
          <p:cNvCxnSpPr>
            <a:cxnSpLocks/>
          </p:cNvCxnSpPr>
          <p:nvPr/>
        </p:nvCxnSpPr>
        <p:spPr>
          <a:xfrm rot="10800000">
            <a:off x="10615834" y="9370614"/>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541" name="Google Shape;306;p18">
            <a:extLst>
              <a:ext uri="{FF2B5EF4-FFF2-40B4-BE49-F238E27FC236}">
                <a16:creationId xmlns:a16="http://schemas.microsoft.com/office/drawing/2014/main" id="{F4EC6C6E-F2B5-EEBA-5CC5-F522DA63B879}"/>
              </a:ext>
            </a:extLst>
          </p:cNvPr>
          <p:cNvCxnSpPr>
            <a:cxnSpLocks/>
          </p:cNvCxnSpPr>
          <p:nvPr/>
        </p:nvCxnSpPr>
        <p:spPr>
          <a:xfrm flipH="1">
            <a:off x="11002049" y="9680994"/>
            <a:ext cx="220458" cy="93958"/>
          </a:xfrm>
          <a:prstGeom prst="straightConnector1">
            <a:avLst/>
          </a:prstGeom>
          <a:noFill/>
          <a:ln w="14025" cap="flat" cmpd="sng">
            <a:solidFill>
              <a:srgbClr val="628DB5"/>
            </a:solidFill>
            <a:prstDash val="solid"/>
            <a:round/>
            <a:headEnd type="none" w="med" len="med"/>
            <a:tailEnd type="none" w="med" len="med"/>
          </a:ln>
        </p:spPr>
      </p:cxnSp>
      <p:sp>
        <p:nvSpPr>
          <p:cNvPr id="542" name="Google Shape;307;p18">
            <a:extLst>
              <a:ext uri="{FF2B5EF4-FFF2-40B4-BE49-F238E27FC236}">
                <a16:creationId xmlns:a16="http://schemas.microsoft.com/office/drawing/2014/main" id="{26C597BF-1C88-F494-43CA-9D2A8EAF5284}"/>
              </a:ext>
            </a:extLst>
          </p:cNvPr>
          <p:cNvSpPr/>
          <p:nvPr/>
        </p:nvSpPr>
        <p:spPr>
          <a:xfrm>
            <a:off x="10105385" y="9584102"/>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3" name="Google Shape;308;p18">
            <a:extLst>
              <a:ext uri="{FF2B5EF4-FFF2-40B4-BE49-F238E27FC236}">
                <a16:creationId xmlns:a16="http://schemas.microsoft.com/office/drawing/2014/main" id="{9B416937-E4CC-12BA-4679-4785F8D22946}"/>
              </a:ext>
            </a:extLst>
          </p:cNvPr>
          <p:cNvSpPr/>
          <p:nvPr/>
        </p:nvSpPr>
        <p:spPr>
          <a:xfrm>
            <a:off x="10211069" y="96849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4" name="Google Shape;309;p18">
            <a:extLst>
              <a:ext uri="{FF2B5EF4-FFF2-40B4-BE49-F238E27FC236}">
                <a16:creationId xmlns:a16="http://schemas.microsoft.com/office/drawing/2014/main" id="{62A33B9C-8820-803E-F11A-EA7CAE4B6547}"/>
              </a:ext>
            </a:extLst>
          </p:cNvPr>
          <p:cNvSpPr/>
          <p:nvPr/>
        </p:nvSpPr>
        <p:spPr>
          <a:xfrm>
            <a:off x="10340510" y="981972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5" name="Google Shape;310;p18">
            <a:extLst>
              <a:ext uri="{FF2B5EF4-FFF2-40B4-BE49-F238E27FC236}">
                <a16:creationId xmlns:a16="http://schemas.microsoft.com/office/drawing/2014/main" id="{827DA606-2C57-C981-2684-EB6E7A8B2505}"/>
              </a:ext>
            </a:extLst>
          </p:cNvPr>
          <p:cNvSpPr/>
          <p:nvPr/>
        </p:nvSpPr>
        <p:spPr>
          <a:xfrm>
            <a:off x="10561656" y="970678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6" name="Google Shape;311;p18">
            <a:extLst>
              <a:ext uri="{FF2B5EF4-FFF2-40B4-BE49-F238E27FC236}">
                <a16:creationId xmlns:a16="http://schemas.microsoft.com/office/drawing/2014/main" id="{2E72C882-8E13-6BC0-40A8-12F87EAB3AC4}"/>
              </a:ext>
            </a:extLst>
          </p:cNvPr>
          <p:cNvSpPr/>
          <p:nvPr/>
        </p:nvSpPr>
        <p:spPr>
          <a:xfrm>
            <a:off x="10760000" y="951844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7" name="Google Shape;312;p18">
            <a:extLst>
              <a:ext uri="{FF2B5EF4-FFF2-40B4-BE49-F238E27FC236}">
                <a16:creationId xmlns:a16="http://schemas.microsoft.com/office/drawing/2014/main" id="{1FC4541D-7CD0-890E-424E-6DC8D80550A7}"/>
              </a:ext>
            </a:extLst>
          </p:cNvPr>
          <p:cNvSpPr/>
          <p:nvPr/>
        </p:nvSpPr>
        <p:spPr>
          <a:xfrm>
            <a:off x="11150691" y="950355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8" name="Google Shape;313;p18">
            <a:extLst>
              <a:ext uri="{FF2B5EF4-FFF2-40B4-BE49-F238E27FC236}">
                <a16:creationId xmlns:a16="http://schemas.microsoft.com/office/drawing/2014/main" id="{9F7B4FC5-ED6B-47B1-B55C-5EFD4CF10895}"/>
              </a:ext>
            </a:extLst>
          </p:cNvPr>
          <p:cNvSpPr/>
          <p:nvPr/>
        </p:nvSpPr>
        <p:spPr>
          <a:xfrm>
            <a:off x="10134145" y="977644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9" name="Google Shape;314;p18">
            <a:extLst>
              <a:ext uri="{FF2B5EF4-FFF2-40B4-BE49-F238E27FC236}">
                <a16:creationId xmlns:a16="http://schemas.microsoft.com/office/drawing/2014/main" id="{5DF9BB1F-11B2-866F-2C97-F068CE448DB4}"/>
              </a:ext>
            </a:extLst>
          </p:cNvPr>
          <p:cNvSpPr/>
          <p:nvPr/>
        </p:nvSpPr>
        <p:spPr>
          <a:xfrm>
            <a:off x="10508891"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0" name="Google Shape;315;p18">
            <a:extLst>
              <a:ext uri="{FF2B5EF4-FFF2-40B4-BE49-F238E27FC236}">
                <a16:creationId xmlns:a16="http://schemas.microsoft.com/office/drawing/2014/main" id="{DB88E11A-B8F0-C648-1D71-1FF864FAE825}"/>
              </a:ext>
            </a:extLst>
          </p:cNvPr>
          <p:cNvSpPr/>
          <p:nvPr/>
        </p:nvSpPr>
        <p:spPr>
          <a:xfrm>
            <a:off x="10589672" y="934072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1" name="Google Shape;316;p18">
            <a:extLst>
              <a:ext uri="{FF2B5EF4-FFF2-40B4-BE49-F238E27FC236}">
                <a16:creationId xmlns:a16="http://schemas.microsoft.com/office/drawing/2014/main" id="{E666BF40-4D39-F10C-921F-500DE63D2A63}"/>
              </a:ext>
            </a:extLst>
          </p:cNvPr>
          <p:cNvSpPr/>
          <p:nvPr/>
        </p:nvSpPr>
        <p:spPr>
          <a:xfrm>
            <a:off x="10775756"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2" name="Google Shape;317;p18">
            <a:extLst>
              <a:ext uri="{FF2B5EF4-FFF2-40B4-BE49-F238E27FC236}">
                <a16:creationId xmlns:a16="http://schemas.microsoft.com/office/drawing/2014/main" id="{5512D386-5241-5685-B5EA-5E73DB90115C}"/>
              </a:ext>
            </a:extLst>
          </p:cNvPr>
          <p:cNvSpPr/>
          <p:nvPr/>
        </p:nvSpPr>
        <p:spPr>
          <a:xfrm>
            <a:off x="10959356" y="974176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3" name="Google Shape;318;p18">
            <a:extLst>
              <a:ext uri="{FF2B5EF4-FFF2-40B4-BE49-F238E27FC236}">
                <a16:creationId xmlns:a16="http://schemas.microsoft.com/office/drawing/2014/main" id="{D1DA6B63-95F1-4097-16FB-D07F14DCFE33}"/>
              </a:ext>
            </a:extLst>
          </p:cNvPr>
          <p:cNvSpPr/>
          <p:nvPr/>
        </p:nvSpPr>
        <p:spPr>
          <a:xfrm>
            <a:off x="11186499" y="9656672"/>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4" name="Google Shape;320;p18">
            <a:extLst>
              <a:ext uri="{FF2B5EF4-FFF2-40B4-BE49-F238E27FC236}">
                <a16:creationId xmlns:a16="http://schemas.microsoft.com/office/drawing/2014/main" id="{3AE2D71E-E468-D27E-EEA6-C420EA2737D0}"/>
              </a:ext>
            </a:extLst>
          </p:cNvPr>
          <p:cNvSpPr/>
          <p:nvPr/>
        </p:nvSpPr>
        <p:spPr>
          <a:xfrm>
            <a:off x="11654458" y="9548645"/>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55" name="Google Shape;321;p18">
            <a:extLst>
              <a:ext uri="{FF2B5EF4-FFF2-40B4-BE49-F238E27FC236}">
                <a16:creationId xmlns:a16="http://schemas.microsoft.com/office/drawing/2014/main" id="{ED08D020-E424-F8AE-C8E4-CD590C5E675D}"/>
              </a:ext>
            </a:extLst>
          </p:cNvPr>
          <p:cNvSpPr txBox="1"/>
          <p:nvPr/>
        </p:nvSpPr>
        <p:spPr>
          <a:xfrm>
            <a:off x="11701136" y="9384268"/>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556" name="Google Shape;322;p18">
            <a:extLst>
              <a:ext uri="{FF2B5EF4-FFF2-40B4-BE49-F238E27FC236}">
                <a16:creationId xmlns:a16="http://schemas.microsoft.com/office/drawing/2014/main" id="{06A3D294-DC82-DC11-2041-FAC569C30B2C}"/>
              </a:ext>
            </a:extLst>
          </p:cNvPr>
          <p:cNvSpPr txBox="1"/>
          <p:nvPr/>
        </p:nvSpPr>
        <p:spPr>
          <a:xfrm>
            <a:off x="11701136" y="9059354"/>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557" name="Google Shape;292;p18">
            <a:extLst>
              <a:ext uri="{FF2B5EF4-FFF2-40B4-BE49-F238E27FC236}">
                <a16:creationId xmlns:a16="http://schemas.microsoft.com/office/drawing/2014/main" id="{136FBB30-437D-7A27-1665-05A4070FF7BE}"/>
              </a:ext>
            </a:extLst>
          </p:cNvPr>
          <p:cNvSpPr/>
          <p:nvPr/>
        </p:nvSpPr>
        <p:spPr>
          <a:xfrm>
            <a:off x="9735851" y="69777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8" name="Google Shape;293;p18">
            <a:extLst>
              <a:ext uri="{FF2B5EF4-FFF2-40B4-BE49-F238E27FC236}">
                <a16:creationId xmlns:a16="http://schemas.microsoft.com/office/drawing/2014/main" id="{0A2AAB0A-2931-2107-BD81-E450D1B974C2}"/>
              </a:ext>
            </a:extLst>
          </p:cNvPr>
          <p:cNvSpPr txBox="1"/>
          <p:nvPr/>
        </p:nvSpPr>
        <p:spPr>
          <a:xfrm>
            <a:off x="9628606" y="69450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559" name="Google Shape;292;p18">
            <a:extLst>
              <a:ext uri="{FF2B5EF4-FFF2-40B4-BE49-F238E27FC236}">
                <a16:creationId xmlns:a16="http://schemas.microsoft.com/office/drawing/2014/main" id="{390D469F-6AE3-45FA-3AFD-9A8C04F5885F}"/>
              </a:ext>
            </a:extLst>
          </p:cNvPr>
          <p:cNvSpPr/>
          <p:nvPr/>
        </p:nvSpPr>
        <p:spPr>
          <a:xfrm>
            <a:off x="12432773" y="682079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0" name="Google Shape;293;p18">
            <a:extLst>
              <a:ext uri="{FF2B5EF4-FFF2-40B4-BE49-F238E27FC236}">
                <a16:creationId xmlns:a16="http://schemas.microsoft.com/office/drawing/2014/main" id="{42C08B8F-E9C5-FE59-F1B6-87AC225D1161}"/>
              </a:ext>
            </a:extLst>
          </p:cNvPr>
          <p:cNvSpPr txBox="1"/>
          <p:nvPr/>
        </p:nvSpPr>
        <p:spPr>
          <a:xfrm>
            <a:off x="12382678" y="678815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1" name="Google Shape;292;p18">
            <a:extLst>
              <a:ext uri="{FF2B5EF4-FFF2-40B4-BE49-F238E27FC236}">
                <a16:creationId xmlns:a16="http://schemas.microsoft.com/office/drawing/2014/main" id="{14C0ADE5-4A78-814E-A79B-459C79B7188A}"/>
              </a:ext>
            </a:extLst>
          </p:cNvPr>
          <p:cNvSpPr/>
          <p:nvPr/>
        </p:nvSpPr>
        <p:spPr>
          <a:xfrm>
            <a:off x="9612245" y="66885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2" name="Google Shape;293;p18">
            <a:extLst>
              <a:ext uri="{FF2B5EF4-FFF2-40B4-BE49-F238E27FC236}">
                <a16:creationId xmlns:a16="http://schemas.microsoft.com/office/drawing/2014/main" id="{C5CBF140-1EBA-14E6-3A91-7E0338B43F19}"/>
              </a:ext>
            </a:extLst>
          </p:cNvPr>
          <p:cNvSpPr txBox="1"/>
          <p:nvPr/>
        </p:nvSpPr>
        <p:spPr>
          <a:xfrm>
            <a:off x="9568500" y="66558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3" name="Google Shape;292;p18">
            <a:extLst>
              <a:ext uri="{FF2B5EF4-FFF2-40B4-BE49-F238E27FC236}">
                <a16:creationId xmlns:a16="http://schemas.microsoft.com/office/drawing/2014/main" id="{C1E7AD74-E9B9-6655-8751-66CA4C8A6046}"/>
              </a:ext>
            </a:extLst>
          </p:cNvPr>
          <p:cNvSpPr/>
          <p:nvPr/>
        </p:nvSpPr>
        <p:spPr>
          <a:xfrm>
            <a:off x="9864308" y="669677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4" name="Google Shape;293;p18">
            <a:extLst>
              <a:ext uri="{FF2B5EF4-FFF2-40B4-BE49-F238E27FC236}">
                <a16:creationId xmlns:a16="http://schemas.microsoft.com/office/drawing/2014/main" id="{0D8C36E9-BAEB-0AEE-73E0-93AF88E2C79A}"/>
              </a:ext>
            </a:extLst>
          </p:cNvPr>
          <p:cNvSpPr txBox="1"/>
          <p:nvPr/>
        </p:nvSpPr>
        <p:spPr>
          <a:xfrm>
            <a:off x="9757063" y="666413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565" name="Google Shape;248;p18">
            <a:extLst>
              <a:ext uri="{FF2B5EF4-FFF2-40B4-BE49-F238E27FC236}">
                <a16:creationId xmlns:a16="http://schemas.microsoft.com/office/drawing/2014/main" id="{DCDFB4F3-8C58-1E59-F241-8B07DB68F031}"/>
              </a:ext>
            </a:extLst>
          </p:cNvPr>
          <p:cNvPicPr preferRelativeResize="0"/>
          <p:nvPr/>
        </p:nvPicPr>
        <p:blipFill>
          <a:blip r:embed="rId8">
            <a:alphaModFix/>
          </a:blip>
          <a:stretch>
            <a:fillRect/>
          </a:stretch>
        </p:blipFill>
        <p:spPr>
          <a:xfrm>
            <a:off x="10013212" y="7303190"/>
            <a:ext cx="809211" cy="470250"/>
          </a:xfrm>
          <a:prstGeom prst="rect">
            <a:avLst/>
          </a:prstGeom>
          <a:noFill/>
          <a:ln>
            <a:noFill/>
          </a:ln>
        </p:spPr>
      </p:pic>
      <p:cxnSp>
        <p:nvCxnSpPr>
          <p:cNvPr id="566" name="Google Shape;249;p18">
            <a:extLst>
              <a:ext uri="{FF2B5EF4-FFF2-40B4-BE49-F238E27FC236}">
                <a16:creationId xmlns:a16="http://schemas.microsoft.com/office/drawing/2014/main" id="{BE6C7683-7DF1-697B-89FD-C38C7B413F56}"/>
              </a:ext>
            </a:extLst>
          </p:cNvPr>
          <p:cNvCxnSpPr>
            <a:cxnSpLocks/>
          </p:cNvCxnSpPr>
          <p:nvPr/>
        </p:nvCxnSpPr>
        <p:spPr>
          <a:xfrm>
            <a:off x="10149297" y="7846944"/>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67" name="Google Shape;253;p18">
            <a:extLst>
              <a:ext uri="{FF2B5EF4-FFF2-40B4-BE49-F238E27FC236}">
                <a16:creationId xmlns:a16="http://schemas.microsoft.com/office/drawing/2014/main" id="{7EE0312C-7B5F-E15D-2B86-016B4F30E17C}"/>
              </a:ext>
            </a:extLst>
          </p:cNvPr>
          <p:cNvSpPr txBox="1"/>
          <p:nvPr/>
        </p:nvSpPr>
        <p:spPr>
          <a:xfrm>
            <a:off x="10609063" y="7302882"/>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568" name="Google Shape;254;p18">
            <a:extLst>
              <a:ext uri="{FF2B5EF4-FFF2-40B4-BE49-F238E27FC236}">
                <a16:creationId xmlns:a16="http://schemas.microsoft.com/office/drawing/2014/main" id="{6FA3D72F-8AC6-32FA-D480-A8E8769E4DE7}"/>
              </a:ext>
            </a:extLst>
          </p:cNvPr>
          <p:cNvSpPr txBox="1"/>
          <p:nvPr/>
        </p:nvSpPr>
        <p:spPr>
          <a:xfrm>
            <a:off x="11832014" y="7301517"/>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69" name="Google Shape;255;p18">
            <a:extLst>
              <a:ext uri="{FF2B5EF4-FFF2-40B4-BE49-F238E27FC236}">
                <a16:creationId xmlns:a16="http://schemas.microsoft.com/office/drawing/2014/main" id="{81B64489-A659-93D6-8A60-1333CAA71347}"/>
              </a:ext>
            </a:extLst>
          </p:cNvPr>
          <p:cNvSpPr txBox="1"/>
          <p:nvPr/>
        </p:nvSpPr>
        <p:spPr>
          <a:xfrm>
            <a:off x="12523990" y="7301203"/>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70" name="Google Shape;292;p18">
            <a:extLst>
              <a:ext uri="{FF2B5EF4-FFF2-40B4-BE49-F238E27FC236}">
                <a16:creationId xmlns:a16="http://schemas.microsoft.com/office/drawing/2014/main" id="{DEBD60F5-BA2D-4563-F5EA-CE4E935B76D5}"/>
              </a:ext>
            </a:extLst>
          </p:cNvPr>
          <p:cNvSpPr/>
          <p:nvPr/>
        </p:nvSpPr>
        <p:spPr>
          <a:xfrm>
            <a:off x="12292076" y="739912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1" name="Google Shape;293;p18">
            <a:extLst>
              <a:ext uri="{FF2B5EF4-FFF2-40B4-BE49-F238E27FC236}">
                <a16:creationId xmlns:a16="http://schemas.microsoft.com/office/drawing/2014/main" id="{384A7C69-B0A3-0416-FD09-8507CE0123DA}"/>
              </a:ext>
            </a:extLst>
          </p:cNvPr>
          <p:cNvSpPr txBox="1"/>
          <p:nvPr/>
        </p:nvSpPr>
        <p:spPr>
          <a:xfrm>
            <a:off x="12153873" y="7366492"/>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572" name="Google Shape;292;p18">
            <a:extLst>
              <a:ext uri="{FF2B5EF4-FFF2-40B4-BE49-F238E27FC236}">
                <a16:creationId xmlns:a16="http://schemas.microsoft.com/office/drawing/2014/main" id="{5787585E-23FA-06CC-081A-73267226A090}"/>
              </a:ext>
            </a:extLst>
          </p:cNvPr>
          <p:cNvSpPr/>
          <p:nvPr/>
        </p:nvSpPr>
        <p:spPr>
          <a:xfrm>
            <a:off x="10149975" y="75303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3" name="Google Shape;293;p18">
            <a:extLst>
              <a:ext uri="{FF2B5EF4-FFF2-40B4-BE49-F238E27FC236}">
                <a16:creationId xmlns:a16="http://schemas.microsoft.com/office/drawing/2014/main" id="{335B2A78-3FF7-8A84-2EFF-7EB61618BC44}"/>
              </a:ext>
            </a:extLst>
          </p:cNvPr>
          <p:cNvSpPr txBox="1"/>
          <p:nvPr/>
        </p:nvSpPr>
        <p:spPr>
          <a:xfrm>
            <a:off x="10042730" y="74976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574" name="Google Shape;292;p18">
            <a:extLst>
              <a:ext uri="{FF2B5EF4-FFF2-40B4-BE49-F238E27FC236}">
                <a16:creationId xmlns:a16="http://schemas.microsoft.com/office/drawing/2014/main" id="{933E453E-D82B-93A4-CA47-3D3D892D1A3F}"/>
              </a:ext>
            </a:extLst>
          </p:cNvPr>
          <p:cNvSpPr/>
          <p:nvPr/>
        </p:nvSpPr>
        <p:spPr>
          <a:xfrm>
            <a:off x="12969116" y="739464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5" name="Google Shape;293;p18">
            <a:extLst>
              <a:ext uri="{FF2B5EF4-FFF2-40B4-BE49-F238E27FC236}">
                <a16:creationId xmlns:a16="http://schemas.microsoft.com/office/drawing/2014/main" id="{26983E65-2A56-E677-CC18-AA5CE4F79692}"/>
              </a:ext>
            </a:extLst>
          </p:cNvPr>
          <p:cNvSpPr txBox="1"/>
          <p:nvPr/>
        </p:nvSpPr>
        <p:spPr>
          <a:xfrm>
            <a:off x="12919021" y="7371535"/>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2" name="Google Shape;292;p18">
            <a:extLst>
              <a:ext uri="{FF2B5EF4-FFF2-40B4-BE49-F238E27FC236}">
                <a16:creationId xmlns:a16="http://schemas.microsoft.com/office/drawing/2014/main" id="{45FEE3A7-F1D3-CF04-EC87-F3867B9551C5}"/>
              </a:ext>
            </a:extLst>
          </p:cNvPr>
          <p:cNvSpPr/>
          <p:nvPr/>
        </p:nvSpPr>
        <p:spPr>
          <a:xfrm>
            <a:off x="10148588" y="726237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3" name="Google Shape;293;p18">
            <a:extLst>
              <a:ext uri="{FF2B5EF4-FFF2-40B4-BE49-F238E27FC236}">
                <a16:creationId xmlns:a16="http://schemas.microsoft.com/office/drawing/2014/main" id="{76F58FDB-B7A4-5E26-55E1-65EFC591986A}"/>
              </a:ext>
            </a:extLst>
          </p:cNvPr>
          <p:cNvSpPr txBox="1"/>
          <p:nvPr/>
        </p:nvSpPr>
        <p:spPr>
          <a:xfrm>
            <a:off x="10012771" y="7227361"/>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194" name="Google Shape;292;p18">
            <a:extLst>
              <a:ext uri="{FF2B5EF4-FFF2-40B4-BE49-F238E27FC236}">
                <a16:creationId xmlns:a16="http://schemas.microsoft.com/office/drawing/2014/main" id="{75BB4345-3E3D-91D7-5D79-0008ACF6F67D}"/>
              </a:ext>
            </a:extLst>
          </p:cNvPr>
          <p:cNvSpPr/>
          <p:nvPr/>
        </p:nvSpPr>
        <p:spPr>
          <a:xfrm>
            <a:off x="10400651" y="72706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293;p18">
            <a:extLst>
              <a:ext uri="{FF2B5EF4-FFF2-40B4-BE49-F238E27FC236}">
                <a16:creationId xmlns:a16="http://schemas.microsoft.com/office/drawing/2014/main" id="{7E1D3742-61F0-F2CC-EA5D-BA98A1473ACF}"/>
              </a:ext>
            </a:extLst>
          </p:cNvPr>
          <p:cNvSpPr txBox="1"/>
          <p:nvPr/>
        </p:nvSpPr>
        <p:spPr>
          <a:xfrm>
            <a:off x="10344206" y="72379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6" name="Google Shape;292;p18">
            <a:extLst>
              <a:ext uri="{FF2B5EF4-FFF2-40B4-BE49-F238E27FC236}">
                <a16:creationId xmlns:a16="http://schemas.microsoft.com/office/drawing/2014/main" id="{0EA3B653-F700-CCD5-CB8D-C1D57F7F28FB}"/>
              </a:ext>
            </a:extLst>
          </p:cNvPr>
          <p:cNvSpPr/>
          <p:nvPr/>
        </p:nvSpPr>
        <p:spPr>
          <a:xfrm>
            <a:off x="10412947" y="753893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7" name="Google Shape;293;p18">
            <a:extLst>
              <a:ext uri="{FF2B5EF4-FFF2-40B4-BE49-F238E27FC236}">
                <a16:creationId xmlns:a16="http://schemas.microsoft.com/office/drawing/2014/main" id="{B20DAB04-597D-736F-D8B7-7C53B96E4F40}"/>
              </a:ext>
            </a:extLst>
          </p:cNvPr>
          <p:cNvSpPr txBox="1"/>
          <p:nvPr/>
        </p:nvSpPr>
        <p:spPr>
          <a:xfrm>
            <a:off x="10274746" y="7503915"/>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198" name="Google Shape;389;p18">
            <a:extLst>
              <a:ext uri="{FF2B5EF4-FFF2-40B4-BE49-F238E27FC236}">
                <a16:creationId xmlns:a16="http://schemas.microsoft.com/office/drawing/2014/main" id="{D6DEDECA-22D0-D57C-AFDC-9BBAFF5ED44C}"/>
              </a:ext>
            </a:extLst>
          </p:cNvPr>
          <p:cNvCxnSpPr>
            <a:cxnSpLocks/>
          </p:cNvCxnSpPr>
          <p:nvPr/>
        </p:nvCxnSpPr>
        <p:spPr>
          <a:xfrm>
            <a:off x="10394759" y="7973295"/>
            <a:ext cx="0" cy="325081"/>
          </a:xfrm>
          <a:prstGeom prst="straightConnector1">
            <a:avLst/>
          </a:prstGeom>
          <a:noFill/>
          <a:ln w="28575" cap="flat" cmpd="sng">
            <a:solidFill>
              <a:schemeClr val="dk2"/>
            </a:solidFill>
            <a:prstDash val="dot"/>
            <a:round/>
            <a:headEnd type="none" w="med" len="med"/>
            <a:tailEnd type="none" w="med" len="med"/>
          </a:ln>
        </p:spPr>
      </p:cxnSp>
      <p:pic>
        <p:nvPicPr>
          <p:cNvPr id="199" name="Google Shape;248;p18">
            <a:extLst>
              <a:ext uri="{FF2B5EF4-FFF2-40B4-BE49-F238E27FC236}">
                <a16:creationId xmlns:a16="http://schemas.microsoft.com/office/drawing/2014/main" id="{E1769E8C-50CE-B4F7-5AD7-A7F25F82B0E4}"/>
              </a:ext>
            </a:extLst>
          </p:cNvPr>
          <p:cNvPicPr preferRelativeResize="0"/>
          <p:nvPr/>
        </p:nvPicPr>
        <p:blipFill>
          <a:blip r:embed="rId8">
            <a:alphaModFix/>
          </a:blip>
          <a:stretch>
            <a:fillRect/>
          </a:stretch>
        </p:blipFill>
        <p:spPr>
          <a:xfrm>
            <a:off x="10554840" y="8273346"/>
            <a:ext cx="809211" cy="470250"/>
          </a:xfrm>
          <a:prstGeom prst="rect">
            <a:avLst/>
          </a:prstGeom>
          <a:noFill/>
          <a:ln>
            <a:noFill/>
          </a:ln>
        </p:spPr>
      </p:pic>
      <p:cxnSp>
        <p:nvCxnSpPr>
          <p:cNvPr id="200" name="Google Shape;249;p18">
            <a:extLst>
              <a:ext uri="{FF2B5EF4-FFF2-40B4-BE49-F238E27FC236}">
                <a16:creationId xmlns:a16="http://schemas.microsoft.com/office/drawing/2014/main" id="{A79B7AE3-4583-BE5A-E441-3760FF9E8A5A}"/>
              </a:ext>
            </a:extLst>
          </p:cNvPr>
          <p:cNvCxnSpPr>
            <a:cxnSpLocks/>
          </p:cNvCxnSpPr>
          <p:nvPr/>
        </p:nvCxnSpPr>
        <p:spPr>
          <a:xfrm>
            <a:off x="10690925" y="8817100"/>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01" name="Google Shape;253;p18">
            <a:extLst>
              <a:ext uri="{FF2B5EF4-FFF2-40B4-BE49-F238E27FC236}">
                <a16:creationId xmlns:a16="http://schemas.microsoft.com/office/drawing/2014/main" id="{1BC71203-964B-BC5D-94EC-D78078BFB2ED}"/>
              </a:ext>
            </a:extLst>
          </p:cNvPr>
          <p:cNvSpPr txBox="1"/>
          <p:nvPr/>
        </p:nvSpPr>
        <p:spPr>
          <a:xfrm>
            <a:off x="11150691" y="8273038"/>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202" name="Google Shape;254;p18">
            <a:extLst>
              <a:ext uri="{FF2B5EF4-FFF2-40B4-BE49-F238E27FC236}">
                <a16:creationId xmlns:a16="http://schemas.microsoft.com/office/drawing/2014/main" id="{AA1175E4-48AE-1A70-D65C-FF6605EF66C9}"/>
              </a:ext>
            </a:extLst>
          </p:cNvPr>
          <p:cNvSpPr txBox="1"/>
          <p:nvPr/>
        </p:nvSpPr>
        <p:spPr>
          <a:xfrm>
            <a:off x="12373642" y="8271673"/>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3" name="Google Shape;255;p18">
            <a:extLst>
              <a:ext uri="{FF2B5EF4-FFF2-40B4-BE49-F238E27FC236}">
                <a16:creationId xmlns:a16="http://schemas.microsoft.com/office/drawing/2014/main" id="{E1059480-9CAB-4504-1198-A788A002E20E}"/>
              </a:ext>
            </a:extLst>
          </p:cNvPr>
          <p:cNvSpPr txBox="1"/>
          <p:nvPr/>
        </p:nvSpPr>
        <p:spPr>
          <a:xfrm>
            <a:off x="13065618" y="8271359"/>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4" name="Google Shape;292;p18">
            <a:extLst>
              <a:ext uri="{FF2B5EF4-FFF2-40B4-BE49-F238E27FC236}">
                <a16:creationId xmlns:a16="http://schemas.microsoft.com/office/drawing/2014/main" id="{4BC89CD9-0028-9A28-9D0F-6D25A84225A9}"/>
              </a:ext>
            </a:extLst>
          </p:cNvPr>
          <p:cNvSpPr/>
          <p:nvPr/>
        </p:nvSpPr>
        <p:spPr>
          <a:xfrm>
            <a:off x="12833704" y="83692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5" name="Google Shape;293;p18">
            <a:extLst>
              <a:ext uri="{FF2B5EF4-FFF2-40B4-BE49-F238E27FC236}">
                <a16:creationId xmlns:a16="http://schemas.microsoft.com/office/drawing/2014/main" id="{CEAA5C80-FF48-47B4-C211-FEA48CD579B3}"/>
              </a:ext>
            </a:extLst>
          </p:cNvPr>
          <p:cNvSpPr txBox="1"/>
          <p:nvPr/>
        </p:nvSpPr>
        <p:spPr>
          <a:xfrm>
            <a:off x="12781309" y="8353731"/>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06" name="Google Shape;292;p18">
            <a:extLst>
              <a:ext uri="{FF2B5EF4-FFF2-40B4-BE49-F238E27FC236}">
                <a16:creationId xmlns:a16="http://schemas.microsoft.com/office/drawing/2014/main" id="{0D663E51-D3C4-CC64-80DE-C16C40466D4C}"/>
              </a:ext>
            </a:extLst>
          </p:cNvPr>
          <p:cNvSpPr/>
          <p:nvPr/>
        </p:nvSpPr>
        <p:spPr>
          <a:xfrm>
            <a:off x="10691603" y="850047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7" name="Google Shape;293;p18">
            <a:extLst>
              <a:ext uri="{FF2B5EF4-FFF2-40B4-BE49-F238E27FC236}">
                <a16:creationId xmlns:a16="http://schemas.microsoft.com/office/drawing/2014/main" id="{1224DC65-CF5A-E2B7-2AB9-AFBD0331A91C}"/>
              </a:ext>
            </a:extLst>
          </p:cNvPr>
          <p:cNvSpPr txBox="1"/>
          <p:nvPr/>
        </p:nvSpPr>
        <p:spPr>
          <a:xfrm>
            <a:off x="10634578" y="8473214"/>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208" name="Google Shape;292;p18">
            <a:extLst>
              <a:ext uri="{FF2B5EF4-FFF2-40B4-BE49-F238E27FC236}">
                <a16:creationId xmlns:a16="http://schemas.microsoft.com/office/drawing/2014/main" id="{D40167D5-145D-6AF6-75A3-1C73480A7ED3}"/>
              </a:ext>
            </a:extLst>
          </p:cNvPr>
          <p:cNvSpPr/>
          <p:nvPr/>
        </p:nvSpPr>
        <p:spPr>
          <a:xfrm>
            <a:off x="13510744" y="8364803"/>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9" name="Google Shape;293;p18">
            <a:extLst>
              <a:ext uri="{FF2B5EF4-FFF2-40B4-BE49-F238E27FC236}">
                <a16:creationId xmlns:a16="http://schemas.microsoft.com/office/drawing/2014/main" id="{91E2A969-8FF6-E364-53FD-2CAFA4FF2951}"/>
              </a:ext>
            </a:extLst>
          </p:cNvPr>
          <p:cNvSpPr txBox="1"/>
          <p:nvPr/>
        </p:nvSpPr>
        <p:spPr>
          <a:xfrm>
            <a:off x="13425335" y="8343284"/>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210" name="Google Shape;292;p18">
            <a:extLst>
              <a:ext uri="{FF2B5EF4-FFF2-40B4-BE49-F238E27FC236}">
                <a16:creationId xmlns:a16="http://schemas.microsoft.com/office/drawing/2014/main" id="{A60E4EA0-5147-59F6-D748-F78ACA49B714}"/>
              </a:ext>
            </a:extLst>
          </p:cNvPr>
          <p:cNvSpPr/>
          <p:nvPr/>
        </p:nvSpPr>
        <p:spPr>
          <a:xfrm>
            <a:off x="10704703" y="823473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11" name="Google Shape;293;p18">
            <a:extLst>
              <a:ext uri="{FF2B5EF4-FFF2-40B4-BE49-F238E27FC236}">
                <a16:creationId xmlns:a16="http://schemas.microsoft.com/office/drawing/2014/main" id="{7044936B-140A-209A-696D-D0D0AC78FEA8}"/>
              </a:ext>
            </a:extLst>
          </p:cNvPr>
          <p:cNvSpPr txBox="1"/>
          <p:nvPr/>
        </p:nvSpPr>
        <p:spPr>
          <a:xfrm>
            <a:off x="10650080" y="8207729"/>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18" name="Google Shape;320;p18">
            <a:extLst>
              <a:ext uri="{FF2B5EF4-FFF2-40B4-BE49-F238E27FC236}">
                <a16:creationId xmlns:a16="http://schemas.microsoft.com/office/drawing/2014/main" id="{343502C1-068B-6664-19DC-EEB91BDA6BDB}"/>
              </a:ext>
            </a:extLst>
          </p:cNvPr>
          <p:cNvSpPr/>
          <p:nvPr/>
        </p:nvSpPr>
        <p:spPr>
          <a:xfrm>
            <a:off x="11654473" y="9220001"/>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252" name="Google Shape;292;p18">
            <a:extLst>
              <a:ext uri="{FF2B5EF4-FFF2-40B4-BE49-F238E27FC236}">
                <a16:creationId xmlns:a16="http://schemas.microsoft.com/office/drawing/2014/main" id="{53D58E95-8ECD-45DC-EC77-B00FF9372FA5}"/>
              </a:ext>
            </a:extLst>
          </p:cNvPr>
          <p:cNvSpPr/>
          <p:nvPr/>
        </p:nvSpPr>
        <p:spPr>
          <a:xfrm>
            <a:off x="10947364" y="851440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56" name="Google Shape;293;p18">
            <a:extLst>
              <a:ext uri="{FF2B5EF4-FFF2-40B4-BE49-F238E27FC236}">
                <a16:creationId xmlns:a16="http://schemas.microsoft.com/office/drawing/2014/main" id="{55DD35B4-8CFE-C4CD-5D7A-977DA6C28C24}"/>
              </a:ext>
            </a:extLst>
          </p:cNvPr>
          <p:cNvSpPr txBox="1"/>
          <p:nvPr/>
        </p:nvSpPr>
        <p:spPr>
          <a:xfrm>
            <a:off x="10861764" y="8483960"/>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
        <p:nvSpPr>
          <p:cNvPr id="257" name="Google Shape;232;p18">
            <a:extLst>
              <a:ext uri="{FF2B5EF4-FFF2-40B4-BE49-F238E27FC236}">
                <a16:creationId xmlns:a16="http://schemas.microsoft.com/office/drawing/2014/main" id="{FBA98DFA-A750-4E04-0585-C9121C404664}"/>
              </a:ext>
            </a:extLst>
          </p:cNvPr>
          <p:cNvSpPr txBox="1"/>
          <p:nvPr/>
        </p:nvSpPr>
        <p:spPr>
          <a:xfrm>
            <a:off x="9397411" y="5047496"/>
            <a:ext cx="4467375" cy="1205412"/>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200" b="1" dirty="0">
                <a:solidFill>
                  <a:schemeClr val="dk2"/>
                </a:solidFill>
                <a:latin typeface="Source Sans 3"/>
                <a:ea typeface="Source Sans 3"/>
                <a:cs typeface="Source Sans 3"/>
                <a:sym typeface="Source Sans 3"/>
              </a:rPr>
              <a:t>e</a:t>
            </a:r>
            <a:r>
              <a:rPr lang="en" sz="1200" b="1" dirty="0">
                <a:solidFill>
                  <a:schemeClr val="dk2"/>
                </a:solidFill>
                <a:latin typeface="Source Sans 3"/>
                <a:ea typeface="Source Sans 3"/>
                <a:cs typeface="Source Sans 3"/>
                <a:sym typeface="Source Sans 3"/>
              </a:rPr>
              <a:t>ngagement_communication()</a:t>
            </a:r>
            <a:br>
              <a:rPr lang="en" sz="1200" b="1" dirty="0">
                <a:solidFill>
                  <a:schemeClr val="dk2"/>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Counts the overall number of messages  a developer sent.</a:t>
            </a:r>
            <a:br>
              <a:rPr lang="en" sz="1200" dirty="0">
                <a:solidFill>
                  <a:schemeClr val="dk2"/>
                </a:solidFill>
                <a:latin typeface="Source Sans 3"/>
                <a:ea typeface="Source Sans 3"/>
                <a:cs typeface="Source Sans 3"/>
                <a:sym typeface="Source Sans 3"/>
              </a:rPr>
            </a:br>
            <a:endParaRPr lang="en" sz="1200" dirty="0">
              <a:solidFill>
                <a:schemeClr val="dk2"/>
              </a:solidFill>
              <a:latin typeface="Source Sans 3"/>
              <a:ea typeface="Source Sans 3"/>
              <a:cs typeface="Source Sans 3"/>
              <a:sym typeface="Source Sans 3"/>
            </a:endParaRPr>
          </a:p>
          <a:p>
            <a:pPr marL="342900" indent="-342900">
              <a:buFont typeface="+mj-lt"/>
              <a:buAutoNum type="arabicPeriod"/>
            </a:pPr>
            <a:r>
              <a:rPr lang="en-US" sz="1200" b="1" dirty="0">
                <a:solidFill>
                  <a:srgbClr val="628DB5"/>
                </a:solidFill>
                <a:latin typeface="Source Sans 3"/>
                <a:ea typeface="Source Sans 3"/>
                <a:cs typeface="Source Sans 3"/>
                <a:sym typeface="Source Sans 3"/>
              </a:rPr>
              <a:t>e</a:t>
            </a:r>
            <a:r>
              <a:rPr lang="en" sz="1200" b="1" dirty="0">
                <a:solidFill>
                  <a:srgbClr val="628DB5"/>
                </a:solidFill>
                <a:latin typeface="Source Sans 3"/>
                <a:ea typeface="Source Sans 3"/>
                <a:cs typeface="Source Sans 3"/>
                <a:sym typeface="Source Sans 3"/>
              </a:rPr>
              <a:t>ngagement_sentiment()</a:t>
            </a:r>
            <a:br>
              <a:rPr lang="en" sz="1200" b="1" dirty="0">
                <a:solidFill>
                  <a:srgbClr val="628DB5"/>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Produces an engagement sentiment score.</a:t>
            </a:r>
            <a:endParaRPr sz="1200" b="1" dirty="0">
              <a:solidFill>
                <a:srgbClr val="628DB5"/>
              </a:solidFill>
              <a:latin typeface="Source Sans 3"/>
              <a:ea typeface="Source Sans 3"/>
              <a:cs typeface="Source Sans 3"/>
              <a:sym typeface="Source Sans 3"/>
            </a:endParaRPr>
          </a:p>
        </p:txBody>
      </p:sp>
    </p:spTree>
    <p:extLst>
      <p:ext uri="{BB962C8B-B14F-4D97-AF65-F5344CB8AC3E}">
        <p14:creationId xmlns:p14="http://schemas.microsoft.com/office/powerpoint/2010/main" val="1251375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EB458DBE-69C5-2ACF-497E-2369E742B504}"/>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4A74CFD9-A17B-FAF1-9062-C130647A07E0}"/>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6B7F8AAC-F75E-3205-3592-F7C2614880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pic>
        <p:nvPicPr>
          <p:cNvPr id="216" name="Google Shape;216;p18">
            <a:extLst>
              <a:ext uri="{FF2B5EF4-FFF2-40B4-BE49-F238E27FC236}">
                <a16:creationId xmlns:a16="http://schemas.microsoft.com/office/drawing/2014/main" id="{323DA3D9-23E3-A6C7-3436-E70904C5CC5A}"/>
              </a:ext>
            </a:extLst>
          </p:cNvPr>
          <p:cNvPicPr preferRelativeResize="0"/>
          <p:nvPr/>
        </p:nvPicPr>
        <p:blipFill>
          <a:blip r:embed="rId5">
            <a:alphaModFix/>
          </a:blip>
          <a:stretch>
            <a:fillRect/>
          </a:stretch>
        </p:blipFill>
        <p:spPr>
          <a:xfrm>
            <a:off x="210203" y="8408251"/>
            <a:ext cx="3874636" cy="1607085"/>
          </a:xfrm>
          <a:prstGeom prst="rect">
            <a:avLst/>
          </a:prstGeom>
          <a:noFill/>
          <a:ln>
            <a:noFill/>
          </a:ln>
        </p:spPr>
      </p:pic>
      <p:pic>
        <p:nvPicPr>
          <p:cNvPr id="217" name="Google Shape;217;p18">
            <a:extLst>
              <a:ext uri="{FF2B5EF4-FFF2-40B4-BE49-F238E27FC236}">
                <a16:creationId xmlns:a16="http://schemas.microsoft.com/office/drawing/2014/main" id="{5398C4A8-5205-B969-F716-F56FD20E761A}"/>
              </a:ext>
            </a:extLst>
          </p:cNvPr>
          <p:cNvPicPr preferRelativeResize="0"/>
          <p:nvPr/>
        </p:nvPicPr>
        <p:blipFill>
          <a:blip r:embed="rId5">
            <a:alphaModFix/>
          </a:blip>
          <a:stretch>
            <a:fillRect/>
          </a:stretch>
        </p:blipFill>
        <p:spPr>
          <a:xfrm>
            <a:off x="234403" y="2802519"/>
            <a:ext cx="3830026" cy="4983643"/>
          </a:xfrm>
          <a:prstGeom prst="rect">
            <a:avLst/>
          </a:prstGeom>
          <a:noFill/>
          <a:ln>
            <a:noFill/>
          </a:ln>
        </p:spPr>
      </p:pic>
      <p:sp>
        <p:nvSpPr>
          <p:cNvPr id="220" name="Google Shape;220;p18">
            <a:extLst>
              <a:ext uri="{FF2B5EF4-FFF2-40B4-BE49-F238E27FC236}">
                <a16:creationId xmlns:a16="http://schemas.microsoft.com/office/drawing/2014/main" id="{1BCCE602-BC70-1880-3AD9-E77E23D688D9}"/>
              </a:ext>
            </a:extLst>
          </p:cNvPr>
          <p:cNvSpPr txBox="1"/>
          <p:nvPr/>
        </p:nvSpPr>
        <p:spPr>
          <a:xfrm>
            <a:off x="9398473" y="2540773"/>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DD827EEA-1A12-5249-D42A-A6DF17766795}"/>
              </a:ext>
            </a:extLst>
          </p:cNvPr>
          <p:cNvSpPr txBox="1"/>
          <p:nvPr/>
        </p:nvSpPr>
        <p:spPr>
          <a:xfrm>
            <a:off x="274320" y="1143413"/>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5D0CCC26-107D-2B08-2A13-2F754B30CF8A}"/>
              </a:ext>
            </a:extLst>
          </p:cNvPr>
          <p:cNvSpPr txBox="1"/>
          <p:nvPr/>
        </p:nvSpPr>
        <p:spPr>
          <a:xfrm>
            <a:off x="4293309" y="1143000"/>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85D6570D-B5DF-BC04-6F53-0C3A42FCC662}"/>
              </a:ext>
            </a:extLst>
          </p:cNvPr>
          <p:cNvSpPr txBox="1"/>
          <p:nvPr/>
        </p:nvSpPr>
        <p:spPr>
          <a:xfrm>
            <a:off x="9319813" y="3528925"/>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B8D02676-F2CA-E397-D6A5-7C5F5FA65D4B}"/>
              </a:ext>
            </a:extLst>
          </p:cNvPr>
          <p:cNvSpPr txBox="1"/>
          <p:nvPr/>
        </p:nvSpPr>
        <p:spPr>
          <a:xfrm>
            <a:off x="274320" y="2718127"/>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C33BC7D8-60D4-E54D-2E8D-FA597846BBE1}"/>
              </a:ext>
            </a:extLst>
          </p:cNvPr>
          <p:cNvSpPr txBox="1"/>
          <p:nvPr/>
        </p:nvSpPr>
        <p:spPr>
          <a:xfrm>
            <a:off x="9317736" y="1143000"/>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AC0D0BA9-470F-1211-A3D2-C43E2B979600}"/>
              </a:ext>
            </a:extLst>
          </p:cNvPr>
          <p:cNvSpPr txBox="1"/>
          <p:nvPr/>
        </p:nvSpPr>
        <p:spPr>
          <a:xfrm>
            <a:off x="9419498" y="2613517"/>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E2C148EA-3A57-2759-F506-371F78985848}"/>
              </a:ext>
            </a:extLst>
          </p:cNvPr>
          <p:cNvSpPr txBox="1"/>
          <p:nvPr/>
        </p:nvSpPr>
        <p:spPr>
          <a:xfrm>
            <a:off x="9324372" y="1619545"/>
            <a:ext cx="382585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2102D2A6-BE3E-33B4-37A2-A9A3BE5A5CE2}"/>
              </a:ext>
            </a:extLst>
          </p:cNvPr>
          <p:cNvSpPr txBox="1"/>
          <p:nvPr/>
        </p:nvSpPr>
        <p:spPr>
          <a:xfrm>
            <a:off x="253301" y="1520334"/>
            <a:ext cx="4092520" cy="1205412"/>
          </a:xfrm>
          <a:prstGeom prst="rect">
            <a:avLst/>
          </a:prstGeom>
          <a:noFill/>
          <a:ln>
            <a:noFill/>
          </a:ln>
        </p:spPr>
        <p:txBody>
          <a:bodyPr spcFirstLastPara="1" wrap="square" lIns="139677" tIns="139677" rIns="139677" bIns="139677" anchor="t" anchorCtr="0">
            <a:spAutoFit/>
          </a:bodyPr>
          <a:lstStyle/>
          <a:p>
            <a:r>
              <a:rPr lang="en-US" sz="1200" dirty="0" err="1">
                <a:solidFill>
                  <a:schemeClr val="dk2"/>
                </a:solidFill>
                <a:latin typeface="Source Sans 3"/>
                <a:ea typeface="Source Sans 3"/>
                <a:cs typeface="Source Sans 3"/>
                <a:sym typeface="Source Sans 3"/>
              </a:rPr>
              <a:t>Kaiaulu</a:t>
            </a:r>
            <a:r>
              <a:rPr lang="en-US" sz="1200" dirty="0">
                <a:solidFill>
                  <a:schemeClr val="dk2"/>
                </a:solidFill>
                <a:latin typeface="Source Sans 3"/>
                <a:ea typeface="Source Sans 3"/>
                <a:cs typeface="Source Sans 3"/>
                <a:sym typeface="Source Sans 3"/>
              </a:rPr>
              <a:t> provides support for the download of comment data from multiple sources e.g. GitHub, Jira, and mailing lists  (see refresher-</a:t>
            </a:r>
            <a:r>
              <a:rPr lang="en-US" sz="1200" dirty="0" err="1">
                <a:solidFill>
                  <a:schemeClr val="dk2"/>
                </a:solidFill>
                <a:latin typeface="Source Sans 3"/>
                <a:ea typeface="Source Sans 3"/>
                <a:cs typeface="Source Sans 3"/>
                <a:sym typeface="Source Sans 3"/>
              </a:rPr>
              <a:t>cheatsheet.pdf</a:t>
            </a:r>
            <a:r>
              <a:rPr lang="en-US" sz="1200" dirty="0">
                <a:solidFill>
                  <a:schemeClr val="dk2"/>
                </a:solidFill>
                <a:latin typeface="Source Sans 3"/>
                <a:ea typeface="Source Sans 3"/>
                <a:cs typeface="Source Sans 3"/>
                <a:sym typeface="Source Sans 3"/>
              </a:rPr>
              <a:t>). This </a:t>
            </a:r>
            <a:r>
              <a:rPr lang="en-US" sz="1200" dirty="0" err="1">
                <a:solidFill>
                  <a:schemeClr val="dk2"/>
                </a:solidFill>
                <a:latin typeface="Source Sans 3"/>
                <a:ea typeface="Source Sans 3"/>
                <a:cs typeface="Source Sans 3"/>
                <a:sym typeface="Source Sans 3"/>
              </a:rPr>
              <a:t>cheatsheet</a:t>
            </a:r>
            <a:r>
              <a:rPr lang="en-US" sz="1200" dirty="0">
                <a:solidFill>
                  <a:schemeClr val="dk2"/>
                </a:solidFill>
                <a:latin typeface="Source Sans 3"/>
                <a:ea typeface="Source Sans 3"/>
                <a:cs typeface="Source Sans 3"/>
                <a:sym typeface="Source Sans 3"/>
              </a:rPr>
              <a:t> covers how to add sentiment labels to each comment, by using machine learning classifiers for sentiment analysis.</a:t>
            </a:r>
          </a:p>
        </p:txBody>
      </p:sp>
      <p:sp>
        <p:nvSpPr>
          <p:cNvPr id="229" name="Google Shape;229;p18">
            <a:extLst>
              <a:ext uri="{FF2B5EF4-FFF2-40B4-BE49-F238E27FC236}">
                <a16:creationId xmlns:a16="http://schemas.microsoft.com/office/drawing/2014/main" id="{0BC91131-6C3F-2753-C82A-FACE0BD6E102}"/>
              </a:ext>
            </a:extLst>
          </p:cNvPr>
          <p:cNvSpPr txBox="1"/>
          <p:nvPr/>
        </p:nvSpPr>
        <p:spPr>
          <a:xfrm>
            <a:off x="287688" y="3140376"/>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A0F68A24-5CA3-009F-1B62-04FBCC237148}"/>
              </a:ext>
            </a:extLst>
          </p:cNvPr>
          <p:cNvSpPr txBox="1"/>
          <p:nvPr/>
        </p:nvSpPr>
        <p:spPr>
          <a:xfrm>
            <a:off x="4270098" y="1677223"/>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3059CB30-7FD2-408B-C355-CCF9B3F1D3D3}"/>
              </a:ext>
            </a:extLst>
          </p:cNvPr>
          <p:cNvSpPr txBox="1"/>
          <p:nvPr/>
        </p:nvSpPr>
        <p:spPr>
          <a:xfrm>
            <a:off x="4315289" y="7687879"/>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FE901E42-271C-5804-A768-F91928FF1359}"/>
              </a:ext>
            </a:extLst>
          </p:cNvPr>
          <p:cNvSpPr txBox="1"/>
          <p:nvPr/>
        </p:nvSpPr>
        <p:spPr>
          <a:xfrm>
            <a:off x="9352482" y="4045627"/>
            <a:ext cx="4674907" cy="1205412"/>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various engagement metrics. For two of them, developer’s comments and sentiments are grouped respectively by time step within a moving window to form a time series of engagement. </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A4E78F5D-2CD0-78A4-F08A-B11C68C08568}"/>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9B16D1C1-1B2D-3BBC-C438-2C342FD21A39}"/>
              </a:ext>
            </a:extLst>
          </p:cNvPr>
          <p:cNvCxnSpPr/>
          <p:nvPr/>
        </p:nvCxnSpPr>
        <p:spPr>
          <a:xfrm>
            <a:off x="2225439" y="10286909"/>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E871E3B2-6D10-A7C2-FBD0-A083F52FD753}"/>
              </a:ext>
            </a:extLst>
          </p:cNvPr>
          <p:cNvSpPr/>
          <p:nvPr/>
        </p:nvSpPr>
        <p:spPr>
          <a:xfrm>
            <a:off x="404387" y="3898220"/>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33C9CF32-9715-4F1C-883D-BA28F47C68F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FC2C1D2F-043F-1E03-3AB3-19DDFF61C11B}"/>
              </a:ext>
            </a:extLst>
          </p:cNvPr>
          <p:cNvSpPr txBox="1"/>
          <p:nvPr/>
        </p:nvSpPr>
        <p:spPr>
          <a:xfrm>
            <a:off x="3780432" y="10244241"/>
            <a:ext cx="10200052" cy="568314"/>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400" u="sng" dirty="0">
                <a:solidFill>
                  <a:schemeClr val="hlink"/>
                </a:solidFill>
                <a:latin typeface="Source Sans 3"/>
                <a:ea typeface="Source Sans 3"/>
                <a:cs typeface="Source Sans 3"/>
                <a:sym typeface="Source Sans 3"/>
                <a:hlinkClick r:id="rId6"/>
              </a:rPr>
              <a:t>CC BY SA</a:t>
            </a:r>
            <a:r>
              <a:rPr lang="en" sz="1400" dirty="0">
                <a:solidFill>
                  <a:schemeClr val="hlink"/>
                </a:solidFill>
                <a:uFill>
                  <a:noFill/>
                </a:uFill>
                <a:latin typeface="Source Sans 3"/>
                <a:ea typeface="Source Sans 3"/>
                <a:cs typeface="Source Sans 3"/>
                <a:sym typeface="Source Sans 3"/>
                <a:hlinkClick r:id="rId6"/>
              </a:rPr>
              <a:t> </a:t>
            </a:r>
            <a:r>
              <a:rPr lang="en" sz="1400" dirty="0">
                <a:solidFill>
                  <a:srgbClr val="4C4C4C"/>
                </a:solidFill>
                <a:latin typeface="Source Sans 3"/>
                <a:ea typeface="Source Sans 3"/>
                <a:cs typeface="Source Sans 3"/>
                <a:sym typeface="Source Sans 3"/>
              </a:rPr>
              <a:t>Adam Graham, Samantha Limon, Carlos Paradis • Kaiaulu package version 0.0.0.9700 (in development) •  Updated: 2026-4</a:t>
            </a:r>
            <a:endParaRPr sz="1400" dirty="0">
              <a:solidFill>
                <a:srgbClr val="4C4C4C"/>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652E21B7-70BE-F1CB-B082-57472A3475E2}"/>
              </a:ext>
            </a:extLst>
          </p:cNvPr>
          <p:cNvSpPr txBox="1"/>
          <p:nvPr/>
        </p:nvSpPr>
        <p:spPr>
          <a:xfrm>
            <a:off x="411063" y="4033487"/>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94360326-5D8B-C212-95A1-250F9BC6BA79}"/>
              </a:ext>
            </a:extLst>
          </p:cNvPr>
          <p:cNvSpPr txBox="1"/>
          <p:nvPr/>
        </p:nvSpPr>
        <p:spPr>
          <a:xfrm>
            <a:off x="1035666" y="3781476"/>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23B2D91F-8F61-2CDC-8859-2659ED0B29F2}"/>
              </a:ext>
            </a:extLst>
          </p:cNvPr>
          <p:cNvSpPr txBox="1"/>
          <p:nvPr/>
        </p:nvSpPr>
        <p:spPr>
          <a:xfrm>
            <a:off x="190069" y="7749716"/>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41A7879C-D347-4F51-4DBE-100268177465}"/>
              </a:ext>
            </a:extLst>
          </p:cNvPr>
          <p:cNvSpPr/>
          <p:nvPr/>
        </p:nvSpPr>
        <p:spPr>
          <a:xfrm>
            <a:off x="366097" y="8845591"/>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AF5A1450-C2C9-1914-9E38-151246D2BDF2}"/>
              </a:ext>
            </a:extLst>
          </p:cNvPr>
          <p:cNvSpPr txBox="1"/>
          <p:nvPr/>
        </p:nvSpPr>
        <p:spPr>
          <a:xfrm>
            <a:off x="0" y="9040390"/>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437BA2D5-830A-A169-A8F6-4DF6BE4B5333}"/>
              </a:ext>
            </a:extLst>
          </p:cNvPr>
          <p:cNvSpPr txBox="1"/>
          <p:nvPr/>
        </p:nvSpPr>
        <p:spPr>
          <a:xfrm>
            <a:off x="274320" y="8302641"/>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8646127D-B17E-2A8F-756B-02F2F1257E17}"/>
              </a:ext>
            </a:extLst>
          </p:cNvPr>
          <p:cNvSpPr txBox="1"/>
          <p:nvPr/>
        </p:nvSpPr>
        <p:spPr>
          <a:xfrm>
            <a:off x="1196058" y="8767140"/>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245" name="Google Shape;245;p18">
            <a:extLst>
              <a:ext uri="{FF2B5EF4-FFF2-40B4-BE49-F238E27FC236}">
                <a16:creationId xmlns:a16="http://schemas.microsoft.com/office/drawing/2014/main" id="{9E772C82-D2FE-4DBC-6EFF-D83075B3D12A}"/>
              </a:ext>
            </a:extLst>
          </p:cNvPr>
          <p:cNvSpPr txBox="1"/>
          <p:nvPr/>
        </p:nvSpPr>
        <p:spPr>
          <a:xfrm>
            <a:off x="-2205589" y="1448143"/>
            <a:ext cx="1879167" cy="1147208"/>
          </a:xfrm>
          <a:prstGeom prst="rect">
            <a:avLst/>
          </a:prstGeom>
          <a:noFill/>
          <a:ln>
            <a:noFill/>
          </a:ln>
        </p:spPr>
        <p:txBody>
          <a:bodyPr spcFirstLastPara="1" wrap="square" lIns="139677" tIns="139677" rIns="139677" bIns="139677" anchor="t" anchorCtr="0">
            <a:noAutofit/>
          </a:bodyPr>
          <a:lstStyle/>
          <a:p>
            <a:r>
              <a:rPr lang="en" sz="2750" dirty="0">
                <a:solidFill>
                  <a:schemeClr val="dk2"/>
                </a:solidFill>
              </a:rPr>
              <a:t>Iteration 7 (Alternate version)</a:t>
            </a:r>
            <a:endParaRPr sz="2750" dirty="0">
              <a:solidFill>
                <a:schemeClr val="dk2"/>
              </a:solidFill>
            </a:endParaRPr>
          </a:p>
        </p:txBody>
      </p:sp>
      <p:sp>
        <p:nvSpPr>
          <p:cNvPr id="324" name="Google Shape;324;p18">
            <a:extLst>
              <a:ext uri="{FF2B5EF4-FFF2-40B4-BE49-F238E27FC236}">
                <a16:creationId xmlns:a16="http://schemas.microsoft.com/office/drawing/2014/main" id="{18328BE4-A8A2-804A-5D0A-15F094C636AE}"/>
              </a:ext>
            </a:extLst>
          </p:cNvPr>
          <p:cNvSpPr/>
          <p:nvPr/>
        </p:nvSpPr>
        <p:spPr>
          <a:xfrm>
            <a:off x="4317379" y="3604236"/>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B5364CD8-859A-0499-4C9B-57B714FB37F6}"/>
              </a:ext>
            </a:extLst>
          </p:cNvPr>
          <p:cNvSpPr txBox="1"/>
          <p:nvPr/>
        </p:nvSpPr>
        <p:spPr>
          <a:xfrm>
            <a:off x="4182474" y="3322603"/>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00719950-966D-317B-D840-7CFA98853777}"/>
              </a:ext>
            </a:extLst>
          </p:cNvPr>
          <p:cNvSpPr/>
          <p:nvPr/>
        </p:nvSpPr>
        <p:spPr>
          <a:xfrm>
            <a:off x="4194019" y="3045285"/>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62E10FFC-97DC-21C6-8A5B-0F49697D4990}"/>
              </a:ext>
            </a:extLst>
          </p:cNvPr>
          <p:cNvSpPr/>
          <p:nvPr/>
        </p:nvSpPr>
        <p:spPr>
          <a:xfrm>
            <a:off x="5354454" y="4556511"/>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5DE23F89-F903-3084-45F7-33CEDE89C94E}"/>
              </a:ext>
            </a:extLst>
          </p:cNvPr>
          <p:cNvSpPr txBox="1"/>
          <p:nvPr/>
        </p:nvSpPr>
        <p:spPr>
          <a:xfrm>
            <a:off x="5296279" y="4553712"/>
            <a:ext cx="116096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F5BFAB30-BA7D-7157-6C0F-F2AAA05850BE}"/>
              </a:ext>
            </a:extLst>
          </p:cNvPr>
          <p:cNvCxnSpPr>
            <a:cxnSpLocks/>
          </p:cNvCxnSpPr>
          <p:nvPr/>
        </p:nvCxnSpPr>
        <p:spPr>
          <a:xfrm>
            <a:off x="5952575" y="5385245"/>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C7211592-B4C7-1386-C225-8E1FD1F8D4DD}"/>
              </a:ext>
            </a:extLst>
          </p:cNvPr>
          <p:cNvSpPr txBox="1"/>
          <p:nvPr/>
        </p:nvSpPr>
        <p:spPr>
          <a:xfrm>
            <a:off x="5033888" y="6033865"/>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460805C2-21B9-E041-579E-0757DE1D902E}"/>
              </a:ext>
            </a:extLst>
          </p:cNvPr>
          <p:cNvSpPr/>
          <p:nvPr/>
        </p:nvSpPr>
        <p:spPr>
          <a:xfrm>
            <a:off x="7515948" y="4568322"/>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5CCFCD62-09D7-5319-4E9D-2899EEC88E8E}"/>
              </a:ext>
            </a:extLst>
          </p:cNvPr>
          <p:cNvSpPr txBox="1"/>
          <p:nvPr/>
        </p:nvSpPr>
        <p:spPr>
          <a:xfrm>
            <a:off x="7418473" y="4553712"/>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AF7D27F9-2CDB-9B59-FB07-5DA92CA191FA}"/>
              </a:ext>
            </a:extLst>
          </p:cNvPr>
          <p:cNvCxnSpPr/>
          <p:nvPr/>
        </p:nvCxnSpPr>
        <p:spPr>
          <a:xfrm rot="10800000" flipH="1">
            <a:off x="6492442" y="4936484"/>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55299D25-3D69-31F2-ACB3-7F5BDE1D53E5}"/>
              </a:ext>
            </a:extLst>
          </p:cNvPr>
          <p:cNvCxnSpPr/>
          <p:nvPr/>
        </p:nvCxnSpPr>
        <p:spPr>
          <a:xfrm rot="10800000">
            <a:off x="6476284" y="5173043"/>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00E874F6-0641-D49D-A042-7C9E9B4F6787}"/>
              </a:ext>
            </a:extLst>
          </p:cNvPr>
          <p:cNvSpPr txBox="1"/>
          <p:nvPr/>
        </p:nvSpPr>
        <p:spPr>
          <a:xfrm>
            <a:off x="6727292" y="5283981"/>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030CB4A7-0046-DBFB-D066-8AC1B94A1C75}"/>
              </a:ext>
            </a:extLst>
          </p:cNvPr>
          <p:cNvSpPr txBox="1"/>
          <p:nvPr/>
        </p:nvSpPr>
        <p:spPr>
          <a:xfrm>
            <a:off x="6277667" y="4463179"/>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CEFA9090-6D3E-C16C-49E4-6F97BD56B6C4}"/>
              </a:ext>
            </a:extLst>
          </p:cNvPr>
          <p:cNvSpPr/>
          <p:nvPr/>
        </p:nvSpPr>
        <p:spPr>
          <a:xfrm>
            <a:off x="6544679" y="560298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0702CD3B-73BA-B03C-DF87-C4E7A8917E52}"/>
              </a:ext>
            </a:extLst>
          </p:cNvPr>
          <p:cNvSpPr txBox="1"/>
          <p:nvPr/>
        </p:nvSpPr>
        <p:spPr>
          <a:xfrm>
            <a:off x="4467992" y="3197928"/>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DD08C4A6-F1EF-9E63-A1E0-6B0D71CE3519}"/>
              </a:ext>
            </a:extLst>
          </p:cNvPr>
          <p:cNvSpPr txBox="1"/>
          <p:nvPr/>
        </p:nvSpPr>
        <p:spPr>
          <a:xfrm>
            <a:off x="6754055" y="4635132"/>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0F252196-D84D-FC26-5979-659B7774DEE6}"/>
              </a:ext>
            </a:extLst>
          </p:cNvPr>
          <p:cNvSpPr txBox="1"/>
          <p:nvPr/>
        </p:nvSpPr>
        <p:spPr>
          <a:xfrm>
            <a:off x="6786908" y="509988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953CBEF9-842A-1FDE-B505-348CCA050158}"/>
              </a:ext>
            </a:extLst>
          </p:cNvPr>
          <p:cNvSpPr txBox="1"/>
          <p:nvPr/>
        </p:nvSpPr>
        <p:spPr>
          <a:xfrm>
            <a:off x="8152696" y="473590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5C956A37-F5B8-A1D2-67FB-2D879E9A02BA}"/>
              </a:ext>
            </a:extLst>
          </p:cNvPr>
          <p:cNvSpPr>
            <a:spLocks noChangeAspect="1"/>
          </p:cNvSpPr>
          <p:nvPr/>
        </p:nvSpPr>
        <p:spPr>
          <a:xfrm>
            <a:off x="7823901"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94B2CC07-2998-A372-1D43-2B446DD06470}"/>
              </a:ext>
            </a:extLst>
          </p:cNvPr>
          <p:cNvSpPr txBox="1"/>
          <p:nvPr/>
        </p:nvSpPr>
        <p:spPr>
          <a:xfrm>
            <a:off x="7737364" y="501251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4B1AEB97-D4DB-FF9B-DAE3-0CBAF7FC8D5E}"/>
              </a:ext>
            </a:extLst>
          </p:cNvPr>
          <p:cNvCxnSpPr>
            <a:cxnSpLocks/>
            <a:stCxn id="327" idx="0"/>
          </p:cNvCxnSpPr>
          <p:nvPr/>
        </p:nvCxnSpPr>
        <p:spPr>
          <a:xfrm rot="5400000" flipH="1" flipV="1">
            <a:off x="7147220" y="3261956"/>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0D2C0A36-F16B-7193-635E-79BD871CF067}"/>
              </a:ext>
            </a:extLst>
          </p:cNvPr>
          <p:cNvSpPr txBox="1"/>
          <p:nvPr/>
        </p:nvSpPr>
        <p:spPr>
          <a:xfrm>
            <a:off x="6221193" y="4001201"/>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46467B35-27D8-606F-905D-A2807274B8F7}"/>
              </a:ext>
            </a:extLst>
          </p:cNvPr>
          <p:cNvGrpSpPr/>
          <p:nvPr/>
        </p:nvGrpSpPr>
        <p:grpSpPr>
          <a:xfrm>
            <a:off x="4419669" y="3921890"/>
            <a:ext cx="469333" cy="289208"/>
            <a:chOff x="3007175" y="1757600"/>
            <a:chExt cx="307200" cy="189300"/>
          </a:xfrm>
        </p:grpSpPr>
        <p:sp>
          <p:nvSpPr>
            <p:cNvPr id="360" name="Google Shape;360;p18">
              <a:extLst>
                <a:ext uri="{FF2B5EF4-FFF2-40B4-BE49-F238E27FC236}">
                  <a16:creationId xmlns:a16="http://schemas.microsoft.com/office/drawing/2014/main" id="{5552ED3D-7140-5BCF-0E0D-CB0C4B03AB5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EF56074B-01E2-A143-0A4D-05CC270259BE}"/>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D1A7DB24-FC78-60E8-50FB-73BDDFB7F4D6}"/>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5066A050-0897-F4DC-5E98-874DBAC867B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75074D12-BF27-F10D-FA52-0768FB77B95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EDFD62A3-0370-575F-CD05-44296992C3D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1BC1C72C-AF8E-2620-CAB6-B556AFB37EC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C392C204-B4E0-5FF9-448F-3274F463595B}"/>
              </a:ext>
            </a:extLst>
          </p:cNvPr>
          <p:cNvGrpSpPr/>
          <p:nvPr/>
        </p:nvGrpSpPr>
        <p:grpSpPr>
          <a:xfrm>
            <a:off x="4419669" y="4560327"/>
            <a:ext cx="469333" cy="289208"/>
            <a:chOff x="3007175" y="1757600"/>
            <a:chExt cx="307200" cy="189300"/>
          </a:xfrm>
        </p:grpSpPr>
        <p:sp>
          <p:nvSpPr>
            <p:cNvPr id="368" name="Google Shape;368;p18">
              <a:extLst>
                <a:ext uri="{FF2B5EF4-FFF2-40B4-BE49-F238E27FC236}">
                  <a16:creationId xmlns:a16="http://schemas.microsoft.com/office/drawing/2014/main" id="{9566D899-0F79-D97D-39FA-1BAB104D743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2914AA9F-B033-4ECA-9CE2-C4C06F6C4FC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84D65723-88F3-4E1B-8D2A-A8EC1A102B5C}"/>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AF81DC4A-11A5-CC8A-B2A4-DFC170D411A7}"/>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D3335454-D0DD-8874-643C-3D25E590298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C5EC53F7-F962-373C-CE1F-808E5A5E8B9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F96846E3-7B27-1B3F-E55F-DC66BD344993}"/>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FF7806ED-874A-1ABC-A259-1FD94A2A122B}"/>
              </a:ext>
            </a:extLst>
          </p:cNvPr>
          <p:cNvSpPr txBox="1"/>
          <p:nvPr/>
        </p:nvSpPr>
        <p:spPr>
          <a:xfrm>
            <a:off x="4305039" y="3626785"/>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130DA79E-C186-FD7F-640F-E92E841F752F}"/>
              </a:ext>
            </a:extLst>
          </p:cNvPr>
          <p:cNvSpPr txBox="1"/>
          <p:nvPr/>
        </p:nvSpPr>
        <p:spPr>
          <a:xfrm>
            <a:off x="4419669" y="4234443"/>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AA8FDA29-795F-AC02-7E2C-3EB966E8126F}"/>
              </a:ext>
            </a:extLst>
          </p:cNvPr>
          <p:cNvGrpSpPr/>
          <p:nvPr/>
        </p:nvGrpSpPr>
        <p:grpSpPr>
          <a:xfrm>
            <a:off x="4419669" y="5447057"/>
            <a:ext cx="469333" cy="455125"/>
            <a:chOff x="3021975" y="2389850"/>
            <a:chExt cx="307200" cy="297900"/>
          </a:xfrm>
        </p:grpSpPr>
        <p:sp>
          <p:nvSpPr>
            <p:cNvPr id="378" name="Google Shape;378;p18">
              <a:extLst>
                <a:ext uri="{FF2B5EF4-FFF2-40B4-BE49-F238E27FC236}">
                  <a16:creationId xmlns:a16="http://schemas.microsoft.com/office/drawing/2014/main" id="{6A49C134-ECEA-594B-8C57-94216002DB48}"/>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53527EF2-6874-8D06-F183-E75547A99605}"/>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EC8E21CF-6678-6D5D-F8E7-66B09D1206A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3940665D-0F9C-256D-0E96-5604AFC8339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A76F4A21-622F-6965-6D22-7693EDB77EA3}"/>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DFF6E287-10F7-D08F-0618-B8C5E643B958}"/>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4BE65B04-8C12-ED47-F7B5-CA6255AAE226}"/>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6924CBE0-2794-C991-3D23-D1B31321A002}"/>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4C3AF66B-0678-A42F-E3B9-34B2818B163C}"/>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D6B55232-EF96-922B-0963-832B740BEAC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B4BB37DD-AD67-FDEA-4EA8-FD0BA1BC5336}"/>
              </a:ext>
            </a:extLst>
          </p:cNvPr>
          <p:cNvSpPr txBox="1"/>
          <p:nvPr/>
        </p:nvSpPr>
        <p:spPr>
          <a:xfrm>
            <a:off x="4227782" y="4935847"/>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3120DA0A-EFB9-FE89-A01A-D31DA2EDB1EB}"/>
              </a:ext>
            </a:extLst>
          </p:cNvPr>
          <p:cNvCxnSpPr>
            <a:cxnSpLocks/>
          </p:cNvCxnSpPr>
          <p:nvPr/>
        </p:nvCxnSpPr>
        <p:spPr>
          <a:xfrm>
            <a:off x="4645700" y="6064488"/>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D480BEFF-7C88-200F-FBAB-22F382673B0F}"/>
              </a:ext>
            </a:extLst>
          </p:cNvPr>
          <p:cNvSpPr/>
          <p:nvPr/>
        </p:nvSpPr>
        <p:spPr>
          <a:xfrm>
            <a:off x="4425267" y="6487978"/>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3E9B89F5-E767-AB39-3F65-4AF36C2AC3FE}"/>
              </a:ext>
            </a:extLst>
          </p:cNvPr>
          <p:cNvSpPr txBox="1"/>
          <p:nvPr/>
        </p:nvSpPr>
        <p:spPr>
          <a:xfrm>
            <a:off x="5815821" y="2698484"/>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5158ADF8-9331-4F53-A58A-62994C5DE592}"/>
              </a:ext>
            </a:extLst>
          </p:cNvPr>
          <p:cNvSpPr>
            <a:spLocks noChangeAspect="1"/>
          </p:cNvSpPr>
          <p:nvPr/>
        </p:nvSpPr>
        <p:spPr>
          <a:xfrm>
            <a:off x="8123938"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47031FB1-475C-BB36-58FF-BA5AA8EEBE68}"/>
              </a:ext>
            </a:extLst>
          </p:cNvPr>
          <p:cNvSpPr>
            <a:spLocks noChangeAspect="1"/>
          </p:cNvSpPr>
          <p:nvPr/>
        </p:nvSpPr>
        <p:spPr>
          <a:xfrm>
            <a:off x="8423975" y="5061518"/>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58DEB551-AB00-F63D-D5DB-4C6A57176F84}"/>
              </a:ext>
            </a:extLst>
          </p:cNvPr>
          <p:cNvSpPr>
            <a:spLocks noChangeAspect="1"/>
          </p:cNvSpPr>
          <p:nvPr/>
        </p:nvSpPr>
        <p:spPr>
          <a:xfrm>
            <a:off x="8724042" y="5062324"/>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C96A7D98-9E22-1FE2-5AB8-4771790CB593}"/>
              </a:ext>
            </a:extLst>
          </p:cNvPr>
          <p:cNvSpPr txBox="1"/>
          <p:nvPr/>
        </p:nvSpPr>
        <p:spPr>
          <a:xfrm>
            <a:off x="8048117" y="501132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1669A03C-BB1E-FF05-3F64-9111C4AD6080}"/>
              </a:ext>
            </a:extLst>
          </p:cNvPr>
          <p:cNvSpPr txBox="1"/>
          <p:nvPr/>
        </p:nvSpPr>
        <p:spPr>
          <a:xfrm>
            <a:off x="8344583" y="501013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DE3A130B-74D1-640C-A232-B8A25ECE78E9}"/>
              </a:ext>
            </a:extLst>
          </p:cNvPr>
          <p:cNvSpPr txBox="1"/>
          <p:nvPr/>
        </p:nvSpPr>
        <p:spPr>
          <a:xfrm>
            <a:off x="8641049" y="5008943"/>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502" name="Google Shape;292;p18">
            <a:extLst>
              <a:ext uri="{FF2B5EF4-FFF2-40B4-BE49-F238E27FC236}">
                <a16:creationId xmlns:a16="http://schemas.microsoft.com/office/drawing/2014/main" id="{84A921B2-E24C-1DEF-A20B-07D60196B607}"/>
              </a:ext>
            </a:extLst>
          </p:cNvPr>
          <p:cNvSpPr/>
          <p:nvPr/>
        </p:nvSpPr>
        <p:spPr>
          <a:xfrm>
            <a:off x="5840053" y="634672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D53D1FA0-607F-3019-F982-6E8D3720F305}"/>
              </a:ext>
            </a:extLst>
          </p:cNvPr>
          <p:cNvSpPr txBox="1"/>
          <p:nvPr/>
        </p:nvSpPr>
        <p:spPr>
          <a:xfrm>
            <a:off x="5703039" y="6314089"/>
            <a:ext cx="57274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1A6A22F4-55FE-1DC1-C155-034E07913AA4}"/>
              </a:ext>
            </a:extLst>
          </p:cNvPr>
          <p:cNvCxnSpPr>
            <a:cxnSpLocks/>
            <a:endCxn id="327" idx="1"/>
          </p:cNvCxnSpPr>
          <p:nvPr/>
        </p:nvCxnSpPr>
        <p:spPr>
          <a:xfrm>
            <a:off x="4995414" y="4699000"/>
            <a:ext cx="359040" cy="26955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E553B7A0-DEA7-6B93-CFBF-71C9A11A89B2}"/>
              </a:ext>
            </a:extLst>
          </p:cNvPr>
          <p:cNvGrpSpPr/>
          <p:nvPr/>
        </p:nvGrpSpPr>
        <p:grpSpPr>
          <a:xfrm>
            <a:off x="4995415" y="5116116"/>
            <a:ext cx="359040" cy="635397"/>
            <a:chOff x="4995414" y="5124450"/>
            <a:chExt cx="322797" cy="627063"/>
          </a:xfrm>
        </p:grpSpPr>
        <p:cxnSp>
          <p:nvCxnSpPr>
            <p:cNvPr id="508" name="Straight Connector 507">
              <a:extLst>
                <a:ext uri="{FF2B5EF4-FFF2-40B4-BE49-F238E27FC236}">
                  <a16:creationId xmlns:a16="http://schemas.microsoft.com/office/drawing/2014/main" id="{71ED58C0-7B7B-E4B6-4BA9-ED85B650DDAF}"/>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E9857CE6-48B6-C9C2-65A6-14A23394E719}"/>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2DEB9116-4CF8-27BA-56CE-C38B03A7EA85}"/>
                </a:ext>
              </a:extLst>
            </p:cNvPr>
            <p:cNvCxnSpPr>
              <a:cxnSpLocks/>
            </p:cNvCxnSpPr>
            <p:nvPr/>
          </p:nvCxnSpPr>
          <p:spPr>
            <a:xfrm>
              <a:off x="5152600" y="5129213"/>
              <a:ext cx="1656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54C5A79E-25E5-D747-E979-83A35EA25CDA}"/>
              </a:ext>
            </a:extLst>
          </p:cNvPr>
          <p:cNvGrpSpPr/>
          <p:nvPr/>
        </p:nvGrpSpPr>
        <p:grpSpPr>
          <a:xfrm>
            <a:off x="4995414" y="4014788"/>
            <a:ext cx="359040" cy="642937"/>
            <a:chOff x="4995414" y="4014788"/>
            <a:chExt cx="384401" cy="642937"/>
          </a:xfrm>
        </p:grpSpPr>
        <p:cxnSp>
          <p:nvCxnSpPr>
            <p:cNvPr id="6" name="Straight Connector 5">
              <a:extLst>
                <a:ext uri="{FF2B5EF4-FFF2-40B4-BE49-F238E27FC236}">
                  <a16:creationId xmlns:a16="http://schemas.microsoft.com/office/drawing/2014/main" id="{496CD3FB-F6F3-891A-F16D-9DE8B7BB4EA5}"/>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150A26B-8108-E785-9AD7-525D46A71E9B}"/>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772DA95-879F-707D-E3F4-281C06E773AC}"/>
                </a:ext>
              </a:extLst>
            </p:cNvPr>
            <p:cNvCxnSpPr>
              <a:cxnSpLocks/>
            </p:cNvCxnSpPr>
            <p:nvPr/>
          </p:nvCxnSpPr>
          <p:spPr>
            <a:xfrm>
              <a:off x="5163741" y="4657725"/>
              <a:ext cx="2160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6D0E33BC-9A85-1338-6695-02AA299FE4D1}"/>
              </a:ext>
            </a:extLst>
          </p:cNvPr>
          <p:cNvSpPr/>
          <p:nvPr/>
        </p:nvSpPr>
        <p:spPr>
          <a:xfrm>
            <a:off x="6913076" y="5603947"/>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635C6A7A-D351-10A6-64FD-3FD5F6B03C6D}"/>
              </a:ext>
            </a:extLst>
          </p:cNvPr>
          <p:cNvSpPr/>
          <p:nvPr/>
        </p:nvSpPr>
        <p:spPr>
          <a:xfrm>
            <a:off x="7301918" y="5596454"/>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A38AF74F-2BCC-6015-7DE1-E37FEA80AE13}"/>
              </a:ext>
            </a:extLst>
          </p:cNvPr>
          <p:cNvSpPr/>
          <p:nvPr/>
        </p:nvSpPr>
        <p:spPr>
          <a:xfrm>
            <a:off x="6853267" y="4366648"/>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58ED08B0-65E5-0FEC-03B0-E5CA9B84FDB0}"/>
              </a:ext>
            </a:extLst>
          </p:cNvPr>
          <p:cNvSpPr/>
          <p:nvPr/>
        </p:nvSpPr>
        <p:spPr>
          <a:xfrm>
            <a:off x="8159758" y="8535909"/>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F2BEC4D0-27FF-6CE6-2E86-F16F206F2AAA}"/>
              </a:ext>
            </a:extLst>
          </p:cNvPr>
          <p:cNvSpPr/>
          <p:nvPr/>
        </p:nvSpPr>
        <p:spPr>
          <a:xfrm>
            <a:off x="9140222" y="8531790"/>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3585022B-4A25-1DC1-5BD4-F8956061B63B}"/>
              </a:ext>
            </a:extLst>
          </p:cNvPr>
          <p:cNvSpPr/>
          <p:nvPr/>
        </p:nvSpPr>
        <p:spPr>
          <a:xfrm>
            <a:off x="5008114" y="8722940"/>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08303B46-72F8-1598-28AA-2B0858FA77A7}"/>
              </a:ext>
            </a:extLst>
          </p:cNvPr>
          <p:cNvSpPr/>
          <p:nvPr/>
        </p:nvSpPr>
        <p:spPr>
          <a:xfrm>
            <a:off x="6198486" y="7808399"/>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3DFFFAE9-E568-471C-0479-24545A8342AB}"/>
              </a:ext>
            </a:extLst>
          </p:cNvPr>
          <p:cNvCxnSpPr>
            <a:cxnSpLocks/>
          </p:cNvCxnSpPr>
          <p:nvPr/>
        </p:nvCxnSpPr>
        <p:spPr>
          <a:xfrm>
            <a:off x="864275" y="7243816"/>
            <a:ext cx="0" cy="342265"/>
          </a:xfrm>
          <a:prstGeom prst="straightConnector1">
            <a:avLst/>
          </a:prstGeom>
          <a:noFill/>
          <a:ln w="28575" cap="flat" cmpd="sng">
            <a:solidFill>
              <a:schemeClr val="dk2"/>
            </a:solidFill>
            <a:prstDash val="dot"/>
            <a:round/>
            <a:headEnd type="none" w="med" len="med"/>
            <a:tailEnd type="none" w="med" len="med"/>
          </a:ln>
        </p:spPr>
      </p:cxnSp>
      <p:cxnSp>
        <p:nvCxnSpPr>
          <p:cNvPr id="516" name="Google Shape;212;p18">
            <a:extLst>
              <a:ext uri="{FF2B5EF4-FFF2-40B4-BE49-F238E27FC236}">
                <a16:creationId xmlns:a16="http://schemas.microsoft.com/office/drawing/2014/main" id="{62363C77-72EA-35DB-21B7-521401481CC7}"/>
              </a:ext>
            </a:extLst>
          </p:cNvPr>
          <p:cNvCxnSpPr>
            <a:cxnSpLocks/>
          </p:cNvCxnSpPr>
          <p:nvPr/>
        </p:nvCxnSpPr>
        <p:spPr>
          <a:xfrm rot="10800000">
            <a:off x="10806713" y="9657332"/>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517" name="Google Shape;213;p18">
            <a:extLst>
              <a:ext uri="{FF2B5EF4-FFF2-40B4-BE49-F238E27FC236}">
                <a16:creationId xmlns:a16="http://schemas.microsoft.com/office/drawing/2014/main" id="{0302D61E-8AC6-B77C-01ED-38120BB09432}"/>
              </a:ext>
            </a:extLst>
          </p:cNvPr>
          <p:cNvCxnSpPr>
            <a:cxnSpLocks/>
          </p:cNvCxnSpPr>
          <p:nvPr/>
        </p:nvCxnSpPr>
        <p:spPr>
          <a:xfrm rot="10800000">
            <a:off x="10800827" y="9552934"/>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518" name="Google Shape;214;p18">
            <a:extLst>
              <a:ext uri="{FF2B5EF4-FFF2-40B4-BE49-F238E27FC236}">
                <a16:creationId xmlns:a16="http://schemas.microsoft.com/office/drawing/2014/main" id="{0FC37CA0-3868-F635-6363-3492A4CC1850}"/>
              </a:ext>
            </a:extLst>
          </p:cNvPr>
          <p:cNvCxnSpPr>
            <a:cxnSpLocks/>
          </p:cNvCxnSpPr>
          <p:nvPr/>
        </p:nvCxnSpPr>
        <p:spPr>
          <a:xfrm flipH="1">
            <a:off x="10875492" y="9518435"/>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519" name="Google Shape;215;p18">
            <a:extLst>
              <a:ext uri="{FF2B5EF4-FFF2-40B4-BE49-F238E27FC236}">
                <a16:creationId xmlns:a16="http://schemas.microsoft.com/office/drawing/2014/main" id="{B5838D4D-F03E-DC13-1857-5165467B87F1}"/>
              </a:ext>
            </a:extLst>
          </p:cNvPr>
          <p:cNvSpPr/>
          <p:nvPr/>
        </p:nvSpPr>
        <p:spPr>
          <a:xfrm>
            <a:off x="10851819" y="963711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520" name="Google Shape;246;p18">
            <a:extLst>
              <a:ext uri="{FF2B5EF4-FFF2-40B4-BE49-F238E27FC236}">
                <a16:creationId xmlns:a16="http://schemas.microsoft.com/office/drawing/2014/main" id="{9E61FAE0-000E-2E3F-DE5E-F0955D697D8C}"/>
              </a:ext>
            </a:extLst>
          </p:cNvPr>
          <p:cNvPicPr preferRelativeResize="0"/>
          <p:nvPr/>
        </p:nvPicPr>
        <p:blipFill>
          <a:blip r:embed="rId7">
            <a:alphaModFix/>
          </a:blip>
          <a:stretch>
            <a:fillRect/>
          </a:stretch>
        </p:blipFill>
        <p:spPr>
          <a:xfrm>
            <a:off x="9476869" y="6357242"/>
            <a:ext cx="3884579" cy="470250"/>
          </a:xfrm>
          <a:prstGeom prst="rect">
            <a:avLst/>
          </a:prstGeom>
          <a:noFill/>
          <a:ln>
            <a:noFill/>
          </a:ln>
        </p:spPr>
      </p:pic>
      <p:sp>
        <p:nvSpPr>
          <p:cNvPr id="521" name="Google Shape;247;p18">
            <a:extLst>
              <a:ext uri="{FF2B5EF4-FFF2-40B4-BE49-F238E27FC236}">
                <a16:creationId xmlns:a16="http://schemas.microsoft.com/office/drawing/2014/main" id="{BFD60204-C832-078C-88BC-34BAA4BC0705}"/>
              </a:ext>
            </a:extLst>
          </p:cNvPr>
          <p:cNvSpPr txBox="1"/>
          <p:nvPr/>
        </p:nvSpPr>
        <p:spPr>
          <a:xfrm>
            <a:off x="13107900" y="6364735"/>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522" name="Google Shape;248;p18">
            <a:extLst>
              <a:ext uri="{FF2B5EF4-FFF2-40B4-BE49-F238E27FC236}">
                <a16:creationId xmlns:a16="http://schemas.microsoft.com/office/drawing/2014/main" id="{95CE58B1-F1FE-8AAB-B447-30034EC796CB}"/>
              </a:ext>
            </a:extLst>
          </p:cNvPr>
          <p:cNvPicPr preferRelativeResize="0"/>
          <p:nvPr/>
        </p:nvPicPr>
        <p:blipFill>
          <a:blip r:embed="rId8">
            <a:alphaModFix/>
          </a:blip>
          <a:stretch>
            <a:fillRect/>
          </a:stretch>
        </p:blipFill>
        <p:spPr>
          <a:xfrm>
            <a:off x="9476869" y="6729337"/>
            <a:ext cx="809211" cy="470250"/>
          </a:xfrm>
          <a:prstGeom prst="rect">
            <a:avLst/>
          </a:prstGeom>
          <a:noFill/>
          <a:ln>
            <a:noFill/>
          </a:ln>
        </p:spPr>
      </p:pic>
      <p:cxnSp>
        <p:nvCxnSpPr>
          <p:cNvPr id="523" name="Google Shape;249;p18">
            <a:extLst>
              <a:ext uri="{FF2B5EF4-FFF2-40B4-BE49-F238E27FC236}">
                <a16:creationId xmlns:a16="http://schemas.microsoft.com/office/drawing/2014/main" id="{3C222691-8FA6-D98F-3296-BF9CC4C4E950}"/>
              </a:ext>
            </a:extLst>
          </p:cNvPr>
          <p:cNvCxnSpPr>
            <a:cxnSpLocks/>
          </p:cNvCxnSpPr>
          <p:nvPr/>
        </p:nvCxnSpPr>
        <p:spPr>
          <a:xfrm>
            <a:off x="9612954" y="727309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24" name="Google Shape;250;p18">
            <a:extLst>
              <a:ext uri="{FF2B5EF4-FFF2-40B4-BE49-F238E27FC236}">
                <a16:creationId xmlns:a16="http://schemas.microsoft.com/office/drawing/2014/main" id="{3EE75C50-5887-C912-7DBE-D5173B54A387}"/>
              </a:ext>
            </a:extLst>
          </p:cNvPr>
          <p:cNvSpPr txBox="1"/>
          <p:nvPr/>
        </p:nvSpPr>
        <p:spPr>
          <a:xfrm>
            <a:off x="9615396" y="7323207"/>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525" name="Google Shape;251;p18">
            <a:extLst>
              <a:ext uri="{FF2B5EF4-FFF2-40B4-BE49-F238E27FC236}">
                <a16:creationId xmlns:a16="http://schemas.microsoft.com/office/drawing/2014/main" id="{3610051F-AD81-6F6A-F191-20C0ACECEE7E}"/>
              </a:ext>
            </a:extLst>
          </p:cNvPr>
          <p:cNvPicPr preferRelativeResize="0"/>
          <p:nvPr/>
        </p:nvPicPr>
        <p:blipFill>
          <a:blip r:embed="rId9">
            <a:alphaModFix/>
          </a:blip>
          <a:stretch>
            <a:fillRect/>
          </a:stretch>
        </p:blipFill>
        <p:spPr>
          <a:xfrm>
            <a:off x="9498598" y="7233756"/>
            <a:ext cx="777249" cy="347527"/>
          </a:xfrm>
          <a:prstGeom prst="rect">
            <a:avLst/>
          </a:prstGeom>
          <a:noFill/>
          <a:ln>
            <a:noFill/>
          </a:ln>
        </p:spPr>
      </p:pic>
      <p:sp>
        <p:nvSpPr>
          <p:cNvPr id="526" name="Google Shape;253;p18">
            <a:extLst>
              <a:ext uri="{FF2B5EF4-FFF2-40B4-BE49-F238E27FC236}">
                <a16:creationId xmlns:a16="http://schemas.microsoft.com/office/drawing/2014/main" id="{A93CCA87-EB3D-72A6-240E-87E1B9DD4558}"/>
              </a:ext>
            </a:extLst>
          </p:cNvPr>
          <p:cNvSpPr txBox="1"/>
          <p:nvPr/>
        </p:nvSpPr>
        <p:spPr>
          <a:xfrm>
            <a:off x="10072720" y="672902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527" name="Google Shape;254;p18">
            <a:extLst>
              <a:ext uri="{FF2B5EF4-FFF2-40B4-BE49-F238E27FC236}">
                <a16:creationId xmlns:a16="http://schemas.microsoft.com/office/drawing/2014/main" id="{58540324-FC1E-E693-1539-DD522F1C72F1}"/>
              </a:ext>
            </a:extLst>
          </p:cNvPr>
          <p:cNvSpPr txBox="1"/>
          <p:nvPr/>
        </p:nvSpPr>
        <p:spPr>
          <a:xfrm>
            <a:off x="11295671" y="672766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8" name="Google Shape;255;p18">
            <a:extLst>
              <a:ext uri="{FF2B5EF4-FFF2-40B4-BE49-F238E27FC236}">
                <a16:creationId xmlns:a16="http://schemas.microsoft.com/office/drawing/2014/main" id="{91A9887A-75D8-9176-E50D-0BF5F2DD7A1B}"/>
              </a:ext>
            </a:extLst>
          </p:cNvPr>
          <p:cNvSpPr txBox="1"/>
          <p:nvPr/>
        </p:nvSpPr>
        <p:spPr>
          <a:xfrm>
            <a:off x="11987647" y="672735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9" name="Google Shape;292;p18">
            <a:extLst>
              <a:ext uri="{FF2B5EF4-FFF2-40B4-BE49-F238E27FC236}">
                <a16:creationId xmlns:a16="http://schemas.microsoft.com/office/drawing/2014/main" id="{022D0C62-3FAA-E0DD-77BA-9D8B3829820C}"/>
              </a:ext>
            </a:extLst>
          </p:cNvPr>
          <p:cNvSpPr/>
          <p:nvPr/>
        </p:nvSpPr>
        <p:spPr>
          <a:xfrm>
            <a:off x="11755733" y="682527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30" name="Google Shape;293;p18">
            <a:extLst>
              <a:ext uri="{FF2B5EF4-FFF2-40B4-BE49-F238E27FC236}">
                <a16:creationId xmlns:a16="http://schemas.microsoft.com/office/drawing/2014/main" id="{0165C04D-A063-E820-888A-0AB790902F45}"/>
              </a:ext>
            </a:extLst>
          </p:cNvPr>
          <p:cNvSpPr txBox="1"/>
          <p:nvPr/>
        </p:nvSpPr>
        <p:spPr>
          <a:xfrm>
            <a:off x="11623088" y="6798989"/>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31" name="Google Shape;296;p18">
            <a:extLst>
              <a:ext uri="{FF2B5EF4-FFF2-40B4-BE49-F238E27FC236}">
                <a16:creationId xmlns:a16="http://schemas.microsoft.com/office/drawing/2014/main" id="{3AC020D3-81B6-0388-792D-5C5964705F0C}"/>
              </a:ext>
            </a:extLst>
          </p:cNvPr>
          <p:cNvCxnSpPr>
            <a:cxnSpLocks/>
          </p:cNvCxnSpPr>
          <p:nvPr/>
        </p:nvCxnSpPr>
        <p:spPr>
          <a:xfrm rot="10800000">
            <a:off x="9854524" y="8764317"/>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532" name="Google Shape;297;p18">
            <a:extLst>
              <a:ext uri="{FF2B5EF4-FFF2-40B4-BE49-F238E27FC236}">
                <a16:creationId xmlns:a16="http://schemas.microsoft.com/office/drawing/2014/main" id="{095255E6-D278-22EF-199C-F17C89C5A605}"/>
              </a:ext>
            </a:extLst>
          </p:cNvPr>
          <p:cNvCxnSpPr>
            <a:cxnSpLocks/>
          </p:cNvCxnSpPr>
          <p:nvPr/>
        </p:nvCxnSpPr>
        <p:spPr>
          <a:xfrm flipV="1">
            <a:off x="9853450" y="10156734"/>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533" name="Google Shape;298;p18">
            <a:extLst>
              <a:ext uri="{FF2B5EF4-FFF2-40B4-BE49-F238E27FC236}">
                <a16:creationId xmlns:a16="http://schemas.microsoft.com/office/drawing/2014/main" id="{8646DE19-8D73-B5EA-D195-DD22A30E749B}"/>
              </a:ext>
            </a:extLst>
          </p:cNvPr>
          <p:cNvCxnSpPr>
            <a:cxnSpLocks/>
          </p:cNvCxnSpPr>
          <p:nvPr/>
        </p:nvCxnSpPr>
        <p:spPr>
          <a:xfrm rot="10800000" flipH="1">
            <a:off x="9877216" y="9612570"/>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534" name="Google Shape;299;p18">
            <a:extLst>
              <a:ext uri="{FF2B5EF4-FFF2-40B4-BE49-F238E27FC236}">
                <a16:creationId xmlns:a16="http://schemas.microsoft.com/office/drawing/2014/main" id="{B0CAEC4E-57E1-B8B6-4C14-0FF9582C47FB}"/>
              </a:ext>
            </a:extLst>
          </p:cNvPr>
          <p:cNvCxnSpPr>
            <a:cxnSpLocks/>
          </p:cNvCxnSpPr>
          <p:nvPr/>
        </p:nvCxnSpPr>
        <p:spPr>
          <a:xfrm>
            <a:off x="10141071" y="9619000"/>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535" name="Google Shape;300;p18">
            <a:extLst>
              <a:ext uri="{FF2B5EF4-FFF2-40B4-BE49-F238E27FC236}">
                <a16:creationId xmlns:a16="http://schemas.microsoft.com/office/drawing/2014/main" id="{67DAAA6E-F98E-C67A-5EC5-AB4C22A989A1}"/>
              </a:ext>
            </a:extLst>
          </p:cNvPr>
          <p:cNvCxnSpPr>
            <a:cxnSpLocks/>
          </p:cNvCxnSpPr>
          <p:nvPr/>
        </p:nvCxnSpPr>
        <p:spPr>
          <a:xfrm rot="10800000" flipH="1">
            <a:off x="10389217" y="9741783"/>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536" name="Google Shape;301;p18">
            <a:extLst>
              <a:ext uri="{FF2B5EF4-FFF2-40B4-BE49-F238E27FC236}">
                <a16:creationId xmlns:a16="http://schemas.microsoft.com/office/drawing/2014/main" id="{59C9756D-6A44-A340-1053-1FD9FA1B755E}"/>
              </a:ext>
            </a:extLst>
          </p:cNvPr>
          <p:cNvCxnSpPr>
            <a:cxnSpLocks/>
          </p:cNvCxnSpPr>
          <p:nvPr/>
        </p:nvCxnSpPr>
        <p:spPr>
          <a:xfrm rot="10800000" flipH="1">
            <a:off x="10615571" y="9537735"/>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537" name="Google Shape;302;p18">
            <a:extLst>
              <a:ext uri="{FF2B5EF4-FFF2-40B4-BE49-F238E27FC236}">
                <a16:creationId xmlns:a16="http://schemas.microsoft.com/office/drawing/2014/main" id="{E3F94C87-E411-CFBE-05F8-75D607BF1B67}"/>
              </a:ext>
            </a:extLst>
          </p:cNvPr>
          <p:cNvCxnSpPr>
            <a:cxnSpLocks/>
          </p:cNvCxnSpPr>
          <p:nvPr/>
        </p:nvCxnSpPr>
        <p:spPr>
          <a:xfrm rot="10800000" flipH="1">
            <a:off x="9882452" y="9804174"/>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538" name="Google Shape;303;p18">
            <a:extLst>
              <a:ext uri="{FF2B5EF4-FFF2-40B4-BE49-F238E27FC236}">
                <a16:creationId xmlns:a16="http://schemas.microsoft.com/office/drawing/2014/main" id="{9BD614F5-7742-B00F-1D02-1D014BF1E80F}"/>
              </a:ext>
            </a:extLst>
          </p:cNvPr>
          <p:cNvCxnSpPr>
            <a:cxnSpLocks/>
          </p:cNvCxnSpPr>
          <p:nvPr/>
        </p:nvCxnSpPr>
        <p:spPr>
          <a:xfrm rot="10800000" flipH="1">
            <a:off x="10160723" y="9653818"/>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539" name="Google Shape;304;p18">
            <a:extLst>
              <a:ext uri="{FF2B5EF4-FFF2-40B4-BE49-F238E27FC236}">
                <a16:creationId xmlns:a16="http://schemas.microsoft.com/office/drawing/2014/main" id="{80390C8D-EA5D-16B8-F644-62EBD99AA811}"/>
              </a:ext>
            </a:extLst>
          </p:cNvPr>
          <p:cNvCxnSpPr>
            <a:cxnSpLocks/>
          </p:cNvCxnSpPr>
          <p:nvPr/>
        </p:nvCxnSpPr>
        <p:spPr>
          <a:xfrm rot="10800000" flipH="1">
            <a:off x="10549411" y="9351877"/>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540" name="Google Shape;305;p18">
            <a:extLst>
              <a:ext uri="{FF2B5EF4-FFF2-40B4-BE49-F238E27FC236}">
                <a16:creationId xmlns:a16="http://schemas.microsoft.com/office/drawing/2014/main" id="{1AF4AD71-8DAE-1513-5282-ECD7D4D40AA1}"/>
              </a:ext>
            </a:extLst>
          </p:cNvPr>
          <p:cNvCxnSpPr>
            <a:cxnSpLocks/>
          </p:cNvCxnSpPr>
          <p:nvPr/>
        </p:nvCxnSpPr>
        <p:spPr>
          <a:xfrm rot="10800000">
            <a:off x="10615834" y="9370614"/>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541" name="Google Shape;306;p18">
            <a:extLst>
              <a:ext uri="{FF2B5EF4-FFF2-40B4-BE49-F238E27FC236}">
                <a16:creationId xmlns:a16="http://schemas.microsoft.com/office/drawing/2014/main" id="{24FD1FDA-5098-C031-7DA8-82EA54E4371B}"/>
              </a:ext>
            </a:extLst>
          </p:cNvPr>
          <p:cNvCxnSpPr>
            <a:cxnSpLocks/>
          </p:cNvCxnSpPr>
          <p:nvPr/>
        </p:nvCxnSpPr>
        <p:spPr>
          <a:xfrm flipH="1">
            <a:off x="11002049" y="9680994"/>
            <a:ext cx="220458" cy="93958"/>
          </a:xfrm>
          <a:prstGeom prst="straightConnector1">
            <a:avLst/>
          </a:prstGeom>
          <a:noFill/>
          <a:ln w="14025" cap="flat" cmpd="sng">
            <a:solidFill>
              <a:srgbClr val="628DB5"/>
            </a:solidFill>
            <a:prstDash val="solid"/>
            <a:round/>
            <a:headEnd type="none" w="med" len="med"/>
            <a:tailEnd type="none" w="med" len="med"/>
          </a:ln>
        </p:spPr>
      </p:cxnSp>
      <p:sp>
        <p:nvSpPr>
          <p:cNvPr id="542" name="Google Shape;307;p18">
            <a:extLst>
              <a:ext uri="{FF2B5EF4-FFF2-40B4-BE49-F238E27FC236}">
                <a16:creationId xmlns:a16="http://schemas.microsoft.com/office/drawing/2014/main" id="{9E653E8C-54F3-2AE0-C249-E1FB445C9E31}"/>
              </a:ext>
            </a:extLst>
          </p:cNvPr>
          <p:cNvSpPr/>
          <p:nvPr/>
        </p:nvSpPr>
        <p:spPr>
          <a:xfrm>
            <a:off x="10105385" y="9584102"/>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3" name="Google Shape;308;p18">
            <a:extLst>
              <a:ext uri="{FF2B5EF4-FFF2-40B4-BE49-F238E27FC236}">
                <a16:creationId xmlns:a16="http://schemas.microsoft.com/office/drawing/2014/main" id="{4FB319CD-54C8-C15E-01EE-47FD4B42C33C}"/>
              </a:ext>
            </a:extLst>
          </p:cNvPr>
          <p:cNvSpPr/>
          <p:nvPr/>
        </p:nvSpPr>
        <p:spPr>
          <a:xfrm>
            <a:off x="10211069" y="968497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4" name="Google Shape;309;p18">
            <a:extLst>
              <a:ext uri="{FF2B5EF4-FFF2-40B4-BE49-F238E27FC236}">
                <a16:creationId xmlns:a16="http://schemas.microsoft.com/office/drawing/2014/main" id="{82B4E74F-BF57-DDC4-4841-F180AEE05156}"/>
              </a:ext>
            </a:extLst>
          </p:cNvPr>
          <p:cNvSpPr/>
          <p:nvPr/>
        </p:nvSpPr>
        <p:spPr>
          <a:xfrm>
            <a:off x="10340510" y="981972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5" name="Google Shape;310;p18">
            <a:extLst>
              <a:ext uri="{FF2B5EF4-FFF2-40B4-BE49-F238E27FC236}">
                <a16:creationId xmlns:a16="http://schemas.microsoft.com/office/drawing/2014/main" id="{DFB158CB-B7F6-99D9-26A6-D2B19F0333B0}"/>
              </a:ext>
            </a:extLst>
          </p:cNvPr>
          <p:cNvSpPr/>
          <p:nvPr/>
        </p:nvSpPr>
        <p:spPr>
          <a:xfrm>
            <a:off x="10561656" y="970678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6" name="Google Shape;311;p18">
            <a:extLst>
              <a:ext uri="{FF2B5EF4-FFF2-40B4-BE49-F238E27FC236}">
                <a16:creationId xmlns:a16="http://schemas.microsoft.com/office/drawing/2014/main" id="{8A1AE323-649C-7F5C-4D2C-2BD73F864881}"/>
              </a:ext>
            </a:extLst>
          </p:cNvPr>
          <p:cNvSpPr/>
          <p:nvPr/>
        </p:nvSpPr>
        <p:spPr>
          <a:xfrm>
            <a:off x="10760000" y="9518446"/>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7" name="Google Shape;312;p18">
            <a:extLst>
              <a:ext uri="{FF2B5EF4-FFF2-40B4-BE49-F238E27FC236}">
                <a16:creationId xmlns:a16="http://schemas.microsoft.com/office/drawing/2014/main" id="{AC23E29A-4B1A-5E4B-A485-40503B6E0AC9}"/>
              </a:ext>
            </a:extLst>
          </p:cNvPr>
          <p:cNvSpPr/>
          <p:nvPr/>
        </p:nvSpPr>
        <p:spPr>
          <a:xfrm>
            <a:off x="11150691" y="9503550"/>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8" name="Google Shape;313;p18">
            <a:extLst>
              <a:ext uri="{FF2B5EF4-FFF2-40B4-BE49-F238E27FC236}">
                <a16:creationId xmlns:a16="http://schemas.microsoft.com/office/drawing/2014/main" id="{154FD6DA-A8AE-A227-9028-593E8402FFA4}"/>
              </a:ext>
            </a:extLst>
          </p:cNvPr>
          <p:cNvSpPr/>
          <p:nvPr/>
        </p:nvSpPr>
        <p:spPr>
          <a:xfrm>
            <a:off x="10134145" y="977644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9" name="Google Shape;314;p18">
            <a:extLst>
              <a:ext uri="{FF2B5EF4-FFF2-40B4-BE49-F238E27FC236}">
                <a16:creationId xmlns:a16="http://schemas.microsoft.com/office/drawing/2014/main" id="{F2AF32A2-BE04-79C3-3549-0BF0EA850D02}"/>
              </a:ext>
            </a:extLst>
          </p:cNvPr>
          <p:cNvSpPr/>
          <p:nvPr/>
        </p:nvSpPr>
        <p:spPr>
          <a:xfrm>
            <a:off x="10508891"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0" name="Google Shape;315;p18">
            <a:extLst>
              <a:ext uri="{FF2B5EF4-FFF2-40B4-BE49-F238E27FC236}">
                <a16:creationId xmlns:a16="http://schemas.microsoft.com/office/drawing/2014/main" id="{EF15E0CF-6EBA-6C61-C570-31A110857773}"/>
              </a:ext>
            </a:extLst>
          </p:cNvPr>
          <p:cNvSpPr/>
          <p:nvPr/>
        </p:nvSpPr>
        <p:spPr>
          <a:xfrm>
            <a:off x="10589672" y="934072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1" name="Google Shape;316;p18">
            <a:extLst>
              <a:ext uri="{FF2B5EF4-FFF2-40B4-BE49-F238E27FC236}">
                <a16:creationId xmlns:a16="http://schemas.microsoft.com/office/drawing/2014/main" id="{0489AA5E-3BB1-C79B-8E77-D83DDC3015EE}"/>
              </a:ext>
            </a:extLst>
          </p:cNvPr>
          <p:cNvSpPr/>
          <p:nvPr/>
        </p:nvSpPr>
        <p:spPr>
          <a:xfrm>
            <a:off x="10775756" y="9622297"/>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2" name="Google Shape;317;p18">
            <a:extLst>
              <a:ext uri="{FF2B5EF4-FFF2-40B4-BE49-F238E27FC236}">
                <a16:creationId xmlns:a16="http://schemas.microsoft.com/office/drawing/2014/main" id="{4A46BADA-87BC-5E23-B0CC-08BD2E6E1A4F}"/>
              </a:ext>
            </a:extLst>
          </p:cNvPr>
          <p:cNvSpPr/>
          <p:nvPr/>
        </p:nvSpPr>
        <p:spPr>
          <a:xfrm>
            <a:off x="10959356" y="9741769"/>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3" name="Google Shape;318;p18">
            <a:extLst>
              <a:ext uri="{FF2B5EF4-FFF2-40B4-BE49-F238E27FC236}">
                <a16:creationId xmlns:a16="http://schemas.microsoft.com/office/drawing/2014/main" id="{FFC4B0B1-A0D9-F08C-1722-7863D5A5BEA0}"/>
              </a:ext>
            </a:extLst>
          </p:cNvPr>
          <p:cNvSpPr/>
          <p:nvPr/>
        </p:nvSpPr>
        <p:spPr>
          <a:xfrm>
            <a:off x="11186499" y="9656672"/>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4" name="Google Shape;320;p18">
            <a:extLst>
              <a:ext uri="{FF2B5EF4-FFF2-40B4-BE49-F238E27FC236}">
                <a16:creationId xmlns:a16="http://schemas.microsoft.com/office/drawing/2014/main" id="{69BF32FD-F1CF-AE36-096F-7CE42097919F}"/>
              </a:ext>
            </a:extLst>
          </p:cNvPr>
          <p:cNvSpPr/>
          <p:nvPr/>
        </p:nvSpPr>
        <p:spPr>
          <a:xfrm>
            <a:off x="11654458" y="9548645"/>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55" name="Google Shape;321;p18">
            <a:extLst>
              <a:ext uri="{FF2B5EF4-FFF2-40B4-BE49-F238E27FC236}">
                <a16:creationId xmlns:a16="http://schemas.microsoft.com/office/drawing/2014/main" id="{2B74ED1A-6349-67F5-6DB4-C79042C2B02D}"/>
              </a:ext>
            </a:extLst>
          </p:cNvPr>
          <p:cNvSpPr txBox="1"/>
          <p:nvPr/>
        </p:nvSpPr>
        <p:spPr>
          <a:xfrm>
            <a:off x="11701136" y="9384268"/>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556" name="Google Shape;322;p18">
            <a:extLst>
              <a:ext uri="{FF2B5EF4-FFF2-40B4-BE49-F238E27FC236}">
                <a16:creationId xmlns:a16="http://schemas.microsoft.com/office/drawing/2014/main" id="{F6883A22-CFE0-1C5B-D7D5-E6A2EE794AA0}"/>
              </a:ext>
            </a:extLst>
          </p:cNvPr>
          <p:cNvSpPr txBox="1"/>
          <p:nvPr/>
        </p:nvSpPr>
        <p:spPr>
          <a:xfrm>
            <a:off x="11701136" y="9059354"/>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557" name="Google Shape;292;p18">
            <a:extLst>
              <a:ext uri="{FF2B5EF4-FFF2-40B4-BE49-F238E27FC236}">
                <a16:creationId xmlns:a16="http://schemas.microsoft.com/office/drawing/2014/main" id="{51ADE1D9-140A-E990-30D7-FB0294D63D54}"/>
              </a:ext>
            </a:extLst>
          </p:cNvPr>
          <p:cNvSpPr/>
          <p:nvPr/>
        </p:nvSpPr>
        <p:spPr>
          <a:xfrm>
            <a:off x="9735851" y="69777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8" name="Google Shape;293;p18">
            <a:extLst>
              <a:ext uri="{FF2B5EF4-FFF2-40B4-BE49-F238E27FC236}">
                <a16:creationId xmlns:a16="http://schemas.microsoft.com/office/drawing/2014/main" id="{39209D3C-E73F-A150-709C-CDA9362C0D6E}"/>
              </a:ext>
            </a:extLst>
          </p:cNvPr>
          <p:cNvSpPr txBox="1"/>
          <p:nvPr/>
        </p:nvSpPr>
        <p:spPr>
          <a:xfrm>
            <a:off x="9628606" y="69450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559" name="Google Shape;292;p18">
            <a:extLst>
              <a:ext uri="{FF2B5EF4-FFF2-40B4-BE49-F238E27FC236}">
                <a16:creationId xmlns:a16="http://schemas.microsoft.com/office/drawing/2014/main" id="{8FBEBE27-18D0-C0FB-C4E2-9B993374A8D2}"/>
              </a:ext>
            </a:extLst>
          </p:cNvPr>
          <p:cNvSpPr/>
          <p:nvPr/>
        </p:nvSpPr>
        <p:spPr>
          <a:xfrm>
            <a:off x="12432773" y="682079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0" name="Google Shape;293;p18">
            <a:extLst>
              <a:ext uri="{FF2B5EF4-FFF2-40B4-BE49-F238E27FC236}">
                <a16:creationId xmlns:a16="http://schemas.microsoft.com/office/drawing/2014/main" id="{982C3487-74C4-539D-F43A-255E73F4844E}"/>
              </a:ext>
            </a:extLst>
          </p:cNvPr>
          <p:cNvSpPr txBox="1"/>
          <p:nvPr/>
        </p:nvSpPr>
        <p:spPr>
          <a:xfrm>
            <a:off x="12382678" y="678815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1" name="Google Shape;292;p18">
            <a:extLst>
              <a:ext uri="{FF2B5EF4-FFF2-40B4-BE49-F238E27FC236}">
                <a16:creationId xmlns:a16="http://schemas.microsoft.com/office/drawing/2014/main" id="{58F68459-6F1C-A7F1-9987-F6DDE9F09761}"/>
              </a:ext>
            </a:extLst>
          </p:cNvPr>
          <p:cNvSpPr/>
          <p:nvPr/>
        </p:nvSpPr>
        <p:spPr>
          <a:xfrm>
            <a:off x="9612245" y="66885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2" name="Google Shape;293;p18">
            <a:extLst>
              <a:ext uri="{FF2B5EF4-FFF2-40B4-BE49-F238E27FC236}">
                <a16:creationId xmlns:a16="http://schemas.microsoft.com/office/drawing/2014/main" id="{6826596B-7494-1489-C456-6530F291B5D8}"/>
              </a:ext>
            </a:extLst>
          </p:cNvPr>
          <p:cNvSpPr txBox="1"/>
          <p:nvPr/>
        </p:nvSpPr>
        <p:spPr>
          <a:xfrm>
            <a:off x="9568500" y="66558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3" name="Google Shape;292;p18">
            <a:extLst>
              <a:ext uri="{FF2B5EF4-FFF2-40B4-BE49-F238E27FC236}">
                <a16:creationId xmlns:a16="http://schemas.microsoft.com/office/drawing/2014/main" id="{3B2962FC-A390-50B1-4CD6-33B2B1F1C1D2}"/>
              </a:ext>
            </a:extLst>
          </p:cNvPr>
          <p:cNvSpPr/>
          <p:nvPr/>
        </p:nvSpPr>
        <p:spPr>
          <a:xfrm>
            <a:off x="9864308" y="669677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4" name="Google Shape;293;p18">
            <a:extLst>
              <a:ext uri="{FF2B5EF4-FFF2-40B4-BE49-F238E27FC236}">
                <a16:creationId xmlns:a16="http://schemas.microsoft.com/office/drawing/2014/main" id="{D8A16CEE-D6CD-ED24-E26F-3697AAE4FFE6}"/>
              </a:ext>
            </a:extLst>
          </p:cNvPr>
          <p:cNvSpPr txBox="1"/>
          <p:nvPr/>
        </p:nvSpPr>
        <p:spPr>
          <a:xfrm>
            <a:off x="9757063" y="666413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565" name="Google Shape;248;p18">
            <a:extLst>
              <a:ext uri="{FF2B5EF4-FFF2-40B4-BE49-F238E27FC236}">
                <a16:creationId xmlns:a16="http://schemas.microsoft.com/office/drawing/2014/main" id="{1673BCAB-15A9-188D-91E2-7CEA1B9D3CD2}"/>
              </a:ext>
            </a:extLst>
          </p:cNvPr>
          <p:cNvPicPr preferRelativeResize="0"/>
          <p:nvPr/>
        </p:nvPicPr>
        <p:blipFill>
          <a:blip r:embed="rId8">
            <a:alphaModFix/>
          </a:blip>
          <a:stretch>
            <a:fillRect/>
          </a:stretch>
        </p:blipFill>
        <p:spPr>
          <a:xfrm>
            <a:off x="10013212" y="7303190"/>
            <a:ext cx="809211" cy="470250"/>
          </a:xfrm>
          <a:prstGeom prst="rect">
            <a:avLst/>
          </a:prstGeom>
          <a:noFill/>
          <a:ln>
            <a:noFill/>
          </a:ln>
        </p:spPr>
      </p:pic>
      <p:cxnSp>
        <p:nvCxnSpPr>
          <p:cNvPr id="566" name="Google Shape;249;p18">
            <a:extLst>
              <a:ext uri="{FF2B5EF4-FFF2-40B4-BE49-F238E27FC236}">
                <a16:creationId xmlns:a16="http://schemas.microsoft.com/office/drawing/2014/main" id="{A7878617-C69F-91D9-FB91-D568834DAC57}"/>
              </a:ext>
            </a:extLst>
          </p:cNvPr>
          <p:cNvCxnSpPr>
            <a:cxnSpLocks/>
          </p:cNvCxnSpPr>
          <p:nvPr/>
        </p:nvCxnSpPr>
        <p:spPr>
          <a:xfrm>
            <a:off x="10149297" y="7846944"/>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67" name="Google Shape;253;p18">
            <a:extLst>
              <a:ext uri="{FF2B5EF4-FFF2-40B4-BE49-F238E27FC236}">
                <a16:creationId xmlns:a16="http://schemas.microsoft.com/office/drawing/2014/main" id="{15AF44AD-813D-01A7-AC56-3E1C2B21273F}"/>
              </a:ext>
            </a:extLst>
          </p:cNvPr>
          <p:cNvSpPr txBox="1"/>
          <p:nvPr/>
        </p:nvSpPr>
        <p:spPr>
          <a:xfrm>
            <a:off x="10609063" y="7302882"/>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568" name="Google Shape;254;p18">
            <a:extLst>
              <a:ext uri="{FF2B5EF4-FFF2-40B4-BE49-F238E27FC236}">
                <a16:creationId xmlns:a16="http://schemas.microsoft.com/office/drawing/2014/main" id="{412BC80E-A462-0994-85B5-FB4E208E74F3}"/>
              </a:ext>
            </a:extLst>
          </p:cNvPr>
          <p:cNvSpPr txBox="1"/>
          <p:nvPr/>
        </p:nvSpPr>
        <p:spPr>
          <a:xfrm>
            <a:off x="11832014" y="7301517"/>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69" name="Google Shape;255;p18">
            <a:extLst>
              <a:ext uri="{FF2B5EF4-FFF2-40B4-BE49-F238E27FC236}">
                <a16:creationId xmlns:a16="http://schemas.microsoft.com/office/drawing/2014/main" id="{29B6A096-31C8-674A-B266-8EC3D82DD4D5}"/>
              </a:ext>
            </a:extLst>
          </p:cNvPr>
          <p:cNvSpPr txBox="1"/>
          <p:nvPr/>
        </p:nvSpPr>
        <p:spPr>
          <a:xfrm>
            <a:off x="12523990" y="7301203"/>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70" name="Google Shape;292;p18">
            <a:extLst>
              <a:ext uri="{FF2B5EF4-FFF2-40B4-BE49-F238E27FC236}">
                <a16:creationId xmlns:a16="http://schemas.microsoft.com/office/drawing/2014/main" id="{F3CC8320-F1B0-0516-0B43-23680A27DC6F}"/>
              </a:ext>
            </a:extLst>
          </p:cNvPr>
          <p:cNvSpPr/>
          <p:nvPr/>
        </p:nvSpPr>
        <p:spPr>
          <a:xfrm>
            <a:off x="12292076" y="739912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1" name="Google Shape;293;p18">
            <a:extLst>
              <a:ext uri="{FF2B5EF4-FFF2-40B4-BE49-F238E27FC236}">
                <a16:creationId xmlns:a16="http://schemas.microsoft.com/office/drawing/2014/main" id="{733BF473-1A9D-744B-C935-D404DE1463BF}"/>
              </a:ext>
            </a:extLst>
          </p:cNvPr>
          <p:cNvSpPr txBox="1"/>
          <p:nvPr/>
        </p:nvSpPr>
        <p:spPr>
          <a:xfrm>
            <a:off x="12153873" y="7366492"/>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572" name="Google Shape;292;p18">
            <a:extLst>
              <a:ext uri="{FF2B5EF4-FFF2-40B4-BE49-F238E27FC236}">
                <a16:creationId xmlns:a16="http://schemas.microsoft.com/office/drawing/2014/main" id="{29698CD6-C7F8-F29A-8AC2-E895121BEA06}"/>
              </a:ext>
            </a:extLst>
          </p:cNvPr>
          <p:cNvSpPr/>
          <p:nvPr/>
        </p:nvSpPr>
        <p:spPr>
          <a:xfrm>
            <a:off x="10149975" y="7530323"/>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3" name="Google Shape;293;p18">
            <a:extLst>
              <a:ext uri="{FF2B5EF4-FFF2-40B4-BE49-F238E27FC236}">
                <a16:creationId xmlns:a16="http://schemas.microsoft.com/office/drawing/2014/main" id="{26216C2C-4995-511F-76A2-C1FD965DAB9D}"/>
              </a:ext>
            </a:extLst>
          </p:cNvPr>
          <p:cNvSpPr txBox="1"/>
          <p:nvPr/>
        </p:nvSpPr>
        <p:spPr>
          <a:xfrm>
            <a:off x="10042730" y="74976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574" name="Google Shape;292;p18">
            <a:extLst>
              <a:ext uri="{FF2B5EF4-FFF2-40B4-BE49-F238E27FC236}">
                <a16:creationId xmlns:a16="http://schemas.microsoft.com/office/drawing/2014/main" id="{8FA9D1BC-2DAC-B1E0-8F98-0A07F9341364}"/>
              </a:ext>
            </a:extLst>
          </p:cNvPr>
          <p:cNvSpPr/>
          <p:nvPr/>
        </p:nvSpPr>
        <p:spPr>
          <a:xfrm>
            <a:off x="12969116" y="739464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5" name="Google Shape;293;p18">
            <a:extLst>
              <a:ext uri="{FF2B5EF4-FFF2-40B4-BE49-F238E27FC236}">
                <a16:creationId xmlns:a16="http://schemas.microsoft.com/office/drawing/2014/main" id="{A22D0F5E-6B14-567C-E980-BDFE0E73AAA6}"/>
              </a:ext>
            </a:extLst>
          </p:cNvPr>
          <p:cNvSpPr txBox="1"/>
          <p:nvPr/>
        </p:nvSpPr>
        <p:spPr>
          <a:xfrm>
            <a:off x="12919021" y="7371535"/>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2" name="Google Shape;292;p18">
            <a:extLst>
              <a:ext uri="{FF2B5EF4-FFF2-40B4-BE49-F238E27FC236}">
                <a16:creationId xmlns:a16="http://schemas.microsoft.com/office/drawing/2014/main" id="{C4710EF4-F989-76B9-5E49-D3D2657A26F0}"/>
              </a:ext>
            </a:extLst>
          </p:cNvPr>
          <p:cNvSpPr/>
          <p:nvPr/>
        </p:nvSpPr>
        <p:spPr>
          <a:xfrm>
            <a:off x="10148588" y="726237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3" name="Google Shape;293;p18">
            <a:extLst>
              <a:ext uri="{FF2B5EF4-FFF2-40B4-BE49-F238E27FC236}">
                <a16:creationId xmlns:a16="http://schemas.microsoft.com/office/drawing/2014/main" id="{7D2F9CFE-6522-FD79-CFD0-D98012009A46}"/>
              </a:ext>
            </a:extLst>
          </p:cNvPr>
          <p:cNvSpPr txBox="1"/>
          <p:nvPr/>
        </p:nvSpPr>
        <p:spPr>
          <a:xfrm>
            <a:off x="10012771" y="7227361"/>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194" name="Google Shape;292;p18">
            <a:extLst>
              <a:ext uri="{FF2B5EF4-FFF2-40B4-BE49-F238E27FC236}">
                <a16:creationId xmlns:a16="http://schemas.microsoft.com/office/drawing/2014/main" id="{1ECBE82D-B179-25C8-3D71-AB644D90B77B}"/>
              </a:ext>
            </a:extLst>
          </p:cNvPr>
          <p:cNvSpPr/>
          <p:nvPr/>
        </p:nvSpPr>
        <p:spPr>
          <a:xfrm>
            <a:off x="10400651" y="7270626"/>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293;p18">
            <a:extLst>
              <a:ext uri="{FF2B5EF4-FFF2-40B4-BE49-F238E27FC236}">
                <a16:creationId xmlns:a16="http://schemas.microsoft.com/office/drawing/2014/main" id="{1EBD7996-FE64-014C-935F-6A0E6131DB31}"/>
              </a:ext>
            </a:extLst>
          </p:cNvPr>
          <p:cNvSpPr txBox="1"/>
          <p:nvPr/>
        </p:nvSpPr>
        <p:spPr>
          <a:xfrm>
            <a:off x="10344206" y="7237989"/>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6" name="Google Shape;292;p18">
            <a:extLst>
              <a:ext uri="{FF2B5EF4-FFF2-40B4-BE49-F238E27FC236}">
                <a16:creationId xmlns:a16="http://schemas.microsoft.com/office/drawing/2014/main" id="{C0BC3F63-3243-3265-8576-BC5F114D02C4}"/>
              </a:ext>
            </a:extLst>
          </p:cNvPr>
          <p:cNvSpPr/>
          <p:nvPr/>
        </p:nvSpPr>
        <p:spPr>
          <a:xfrm>
            <a:off x="10412947" y="753893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7" name="Google Shape;293;p18">
            <a:extLst>
              <a:ext uri="{FF2B5EF4-FFF2-40B4-BE49-F238E27FC236}">
                <a16:creationId xmlns:a16="http://schemas.microsoft.com/office/drawing/2014/main" id="{3D514178-4B0E-119D-94DD-4919F2023407}"/>
              </a:ext>
            </a:extLst>
          </p:cNvPr>
          <p:cNvSpPr txBox="1"/>
          <p:nvPr/>
        </p:nvSpPr>
        <p:spPr>
          <a:xfrm>
            <a:off x="10274746" y="7503915"/>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198" name="Google Shape;389;p18">
            <a:extLst>
              <a:ext uri="{FF2B5EF4-FFF2-40B4-BE49-F238E27FC236}">
                <a16:creationId xmlns:a16="http://schemas.microsoft.com/office/drawing/2014/main" id="{9F286E90-B5AC-6C1B-A918-DFD0858E2B20}"/>
              </a:ext>
            </a:extLst>
          </p:cNvPr>
          <p:cNvCxnSpPr>
            <a:cxnSpLocks/>
          </p:cNvCxnSpPr>
          <p:nvPr/>
        </p:nvCxnSpPr>
        <p:spPr>
          <a:xfrm>
            <a:off x="10394759" y="7973295"/>
            <a:ext cx="0" cy="325081"/>
          </a:xfrm>
          <a:prstGeom prst="straightConnector1">
            <a:avLst/>
          </a:prstGeom>
          <a:noFill/>
          <a:ln w="28575" cap="flat" cmpd="sng">
            <a:solidFill>
              <a:schemeClr val="dk2"/>
            </a:solidFill>
            <a:prstDash val="dot"/>
            <a:round/>
            <a:headEnd type="none" w="med" len="med"/>
            <a:tailEnd type="none" w="med" len="med"/>
          </a:ln>
        </p:spPr>
      </p:cxnSp>
      <p:pic>
        <p:nvPicPr>
          <p:cNvPr id="199" name="Google Shape;248;p18">
            <a:extLst>
              <a:ext uri="{FF2B5EF4-FFF2-40B4-BE49-F238E27FC236}">
                <a16:creationId xmlns:a16="http://schemas.microsoft.com/office/drawing/2014/main" id="{F70A6B12-981B-6BF8-58CD-96A455AAE051}"/>
              </a:ext>
            </a:extLst>
          </p:cNvPr>
          <p:cNvPicPr preferRelativeResize="0"/>
          <p:nvPr/>
        </p:nvPicPr>
        <p:blipFill>
          <a:blip r:embed="rId8">
            <a:alphaModFix/>
          </a:blip>
          <a:stretch>
            <a:fillRect/>
          </a:stretch>
        </p:blipFill>
        <p:spPr>
          <a:xfrm>
            <a:off x="10554840" y="8273346"/>
            <a:ext cx="809211" cy="470250"/>
          </a:xfrm>
          <a:prstGeom prst="rect">
            <a:avLst/>
          </a:prstGeom>
          <a:noFill/>
          <a:ln>
            <a:noFill/>
          </a:ln>
        </p:spPr>
      </p:pic>
      <p:cxnSp>
        <p:nvCxnSpPr>
          <p:cNvPr id="200" name="Google Shape;249;p18">
            <a:extLst>
              <a:ext uri="{FF2B5EF4-FFF2-40B4-BE49-F238E27FC236}">
                <a16:creationId xmlns:a16="http://schemas.microsoft.com/office/drawing/2014/main" id="{CE39114D-3A17-58C2-10B5-AF6EF529C9A0}"/>
              </a:ext>
            </a:extLst>
          </p:cNvPr>
          <p:cNvCxnSpPr>
            <a:cxnSpLocks/>
          </p:cNvCxnSpPr>
          <p:nvPr/>
        </p:nvCxnSpPr>
        <p:spPr>
          <a:xfrm>
            <a:off x="10690925" y="8817100"/>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01" name="Google Shape;253;p18">
            <a:extLst>
              <a:ext uri="{FF2B5EF4-FFF2-40B4-BE49-F238E27FC236}">
                <a16:creationId xmlns:a16="http://schemas.microsoft.com/office/drawing/2014/main" id="{F71A9957-90E1-EB11-EC51-1EDE47DA1E91}"/>
              </a:ext>
            </a:extLst>
          </p:cNvPr>
          <p:cNvSpPr txBox="1"/>
          <p:nvPr/>
        </p:nvSpPr>
        <p:spPr>
          <a:xfrm>
            <a:off x="11150691" y="8273038"/>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202" name="Google Shape;254;p18">
            <a:extLst>
              <a:ext uri="{FF2B5EF4-FFF2-40B4-BE49-F238E27FC236}">
                <a16:creationId xmlns:a16="http://schemas.microsoft.com/office/drawing/2014/main" id="{90060BF0-DC66-87C3-4EFA-62D1581E27D1}"/>
              </a:ext>
            </a:extLst>
          </p:cNvPr>
          <p:cNvSpPr txBox="1"/>
          <p:nvPr/>
        </p:nvSpPr>
        <p:spPr>
          <a:xfrm>
            <a:off x="12373642" y="8271673"/>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3" name="Google Shape;255;p18">
            <a:extLst>
              <a:ext uri="{FF2B5EF4-FFF2-40B4-BE49-F238E27FC236}">
                <a16:creationId xmlns:a16="http://schemas.microsoft.com/office/drawing/2014/main" id="{4C7E9DBD-D0B7-4F28-FBF6-BA6E9CD0364E}"/>
              </a:ext>
            </a:extLst>
          </p:cNvPr>
          <p:cNvSpPr txBox="1"/>
          <p:nvPr/>
        </p:nvSpPr>
        <p:spPr>
          <a:xfrm>
            <a:off x="13065618" y="8271359"/>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4" name="Google Shape;292;p18">
            <a:extLst>
              <a:ext uri="{FF2B5EF4-FFF2-40B4-BE49-F238E27FC236}">
                <a16:creationId xmlns:a16="http://schemas.microsoft.com/office/drawing/2014/main" id="{7F18E86C-D391-FFC1-3F36-616A8C696B39}"/>
              </a:ext>
            </a:extLst>
          </p:cNvPr>
          <p:cNvSpPr/>
          <p:nvPr/>
        </p:nvSpPr>
        <p:spPr>
          <a:xfrm>
            <a:off x="12833704" y="83692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5" name="Google Shape;293;p18">
            <a:extLst>
              <a:ext uri="{FF2B5EF4-FFF2-40B4-BE49-F238E27FC236}">
                <a16:creationId xmlns:a16="http://schemas.microsoft.com/office/drawing/2014/main" id="{6AF15C3A-17BA-5B6B-2BC7-1D5970EAA8A0}"/>
              </a:ext>
            </a:extLst>
          </p:cNvPr>
          <p:cNvSpPr txBox="1"/>
          <p:nvPr/>
        </p:nvSpPr>
        <p:spPr>
          <a:xfrm>
            <a:off x="12781309" y="8353731"/>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06" name="Google Shape;292;p18">
            <a:extLst>
              <a:ext uri="{FF2B5EF4-FFF2-40B4-BE49-F238E27FC236}">
                <a16:creationId xmlns:a16="http://schemas.microsoft.com/office/drawing/2014/main" id="{C6FD1A6B-7545-ABB6-529F-E45BBAD7F8C1}"/>
              </a:ext>
            </a:extLst>
          </p:cNvPr>
          <p:cNvSpPr/>
          <p:nvPr/>
        </p:nvSpPr>
        <p:spPr>
          <a:xfrm>
            <a:off x="10691603" y="8500479"/>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7" name="Google Shape;293;p18">
            <a:extLst>
              <a:ext uri="{FF2B5EF4-FFF2-40B4-BE49-F238E27FC236}">
                <a16:creationId xmlns:a16="http://schemas.microsoft.com/office/drawing/2014/main" id="{E7648D42-CACF-C4DB-7226-8A475433793E}"/>
              </a:ext>
            </a:extLst>
          </p:cNvPr>
          <p:cNvSpPr txBox="1"/>
          <p:nvPr/>
        </p:nvSpPr>
        <p:spPr>
          <a:xfrm>
            <a:off x="10634578" y="8473214"/>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208" name="Google Shape;292;p18">
            <a:extLst>
              <a:ext uri="{FF2B5EF4-FFF2-40B4-BE49-F238E27FC236}">
                <a16:creationId xmlns:a16="http://schemas.microsoft.com/office/drawing/2014/main" id="{54068285-9754-DEFA-41A5-E24C34AEDDBA}"/>
              </a:ext>
            </a:extLst>
          </p:cNvPr>
          <p:cNvSpPr/>
          <p:nvPr/>
        </p:nvSpPr>
        <p:spPr>
          <a:xfrm>
            <a:off x="13510744" y="8364803"/>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9" name="Google Shape;293;p18">
            <a:extLst>
              <a:ext uri="{FF2B5EF4-FFF2-40B4-BE49-F238E27FC236}">
                <a16:creationId xmlns:a16="http://schemas.microsoft.com/office/drawing/2014/main" id="{8BFD3231-A6AF-BC40-CFBE-AC7F07D19EE2}"/>
              </a:ext>
            </a:extLst>
          </p:cNvPr>
          <p:cNvSpPr txBox="1"/>
          <p:nvPr/>
        </p:nvSpPr>
        <p:spPr>
          <a:xfrm>
            <a:off x="13425335" y="8343284"/>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210" name="Google Shape;292;p18">
            <a:extLst>
              <a:ext uri="{FF2B5EF4-FFF2-40B4-BE49-F238E27FC236}">
                <a16:creationId xmlns:a16="http://schemas.microsoft.com/office/drawing/2014/main" id="{15296570-63DD-2F08-260E-F0F3153DEE19}"/>
              </a:ext>
            </a:extLst>
          </p:cNvPr>
          <p:cNvSpPr/>
          <p:nvPr/>
        </p:nvSpPr>
        <p:spPr>
          <a:xfrm>
            <a:off x="10704703" y="8234739"/>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11" name="Google Shape;293;p18">
            <a:extLst>
              <a:ext uri="{FF2B5EF4-FFF2-40B4-BE49-F238E27FC236}">
                <a16:creationId xmlns:a16="http://schemas.microsoft.com/office/drawing/2014/main" id="{26EE57F3-0E8B-0404-8A99-DC3C03FBF4E7}"/>
              </a:ext>
            </a:extLst>
          </p:cNvPr>
          <p:cNvSpPr txBox="1"/>
          <p:nvPr/>
        </p:nvSpPr>
        <p:spPr>
          <a:xfrm>
            <a:off x="10650080" y="8207729"/>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18" name="Google Shape;320;p18">
            <a:extLst>
              <a:ext uri="{FF2B5EF4-FFF2-40B4-BE49-F238E27FC236}">
                <a16:creationId xmlns:a16="http://schemas.microsoft.com/office/drawing/2014/main" id="{870BD0AD-9EDF-20AB-725A-F3FFF92C1982}"/>
              </a:ext>
            </a:extLst>
          </p:cNvPr>
          <p:cNvSpPr/>
          <p:nvPr/>
        </p:nvSpPr>
        <p:spPr>
          <a:xfrm>
            <a:off x="11654473" y="9220001"/>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252" name="Google Shape;292;p18">
            <a:extLst>
              <a:ext uri="{FF2B5EF4-FFF2-40B4-BE49-F238E27FC236}">
                <a16:creationId xmlns:a16="http://schemas.microsoft.com/office/drawing/2014/main" id="{DA7142BC-4419-C6EA-176D-5DC91174CC41}"/>
              </a:ext>
            </a:extLst>
          </p:cNvPr>
          <p:cNvSpPr/>
          <p:nvPr/>
        </p:nvSpPr>
        <p:spPr>
          <a:xfrm>
            <a:off x="10947364" y="851440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56" name="Google Shape;293;p18">
            <a:extLst>
              <a:ext uri="{FF2B5EF4-FFF2-40B4-BE49-F238E27FC236}">
                <a16:creationId xmlns:a16="http://schemas.microsoft.com/office/drawing/2014/main" id="{37646487-1E0F-A3D0-38E7-3012E7999E78}"/>
              </a:ext>
            </a:extLst>
          </p:cNvPr>
          <p:cNvSpPr txBox="1"/>
          <p:nvPr/>
        </p:nvSpPr>
        <p:spPr>
          <a:xfrm>
            <a:off x="10861764" y="8483960"/>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
        <p:nvSpPr>
          <p:cNvPr id="257" name="Google Shape;232;p18">
            <a:extLst>
              <a:ext uri="{FF2B5EF4-FFF2-40B4-BE49-F238E27FC236}">
                <a16:creationId xmlns:a16="http://schemas.microsoft.com/office/drawing/2014/main" id="{DC624640-AF03-4FFE-255C-993FCFFFD92C}"/>
              </a:ext>
            </a:extLst>
          </p:cNvPr>
          <p:cNvSpPr txBox="1"/>
          <p:nvPr/>
        </p:nvSpPr>
        <p:spPr>
          <a:xfrm>
            <a:off x="9397411" y="5097112"/>
            <a:ext cx="4467375" cy="1205412"/>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200" b="1" dirty="0">
                <a:solidFill>
                  <a:schemeClr val="dk2"/>
                </a:solidFill>
                <a:latin typeface="Source Sans 3"/>
                <a:ea typeface="Source Sans 3"/>
                <a:cs typeface="Source Sans 3"/>
                <a:sym typeface="Source Sans 3"/>
              </a:rPr>
              <a:t>e</a:t>
            </a:r>
            <a:r>
              <a:rPr lang="en" sz="1200" b="1" dirty="0">
                <a:solidFill>
                  <a:schemeClr val="dk2"/>
                </a:solidFill>
                <a:latin typeface="Source Sans 3"/>
                <a:ea typeface="Source Sans 3"/>
                <a:cs typeface="Source Sans 3"/>
                <a:sym typeface="Source Sans 3"/>
              </a:rPr>
              <a:t>ngagement_communication()</a:t>
            </a:r>
            <a:br>
              <a:rPr lang="en" sz="1200" b="1" dirty="0">
                <a:solidFill>
                  <a:schemeClr val="dk2"/>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Counts the overall number of messages a developer sent.</a:t>
            </a:r>
            <a:br>
              <a:rPr lang="en" sz="1200" dirty="0">
                <a:solidFill>
                  <a:schemeClr val="dk2"/>
                </a:solidFill>
                <a:latin typeface="Source Sans 3"/>
                <a:ea typeface="Source Sans 3"/>
                <a:cs typeface="Source Sans 3"/>
                <a:sym typeface="Source Sans 3"/>
              </a:rPr>
            </a:br>
            <a:endParaRPr lang="en" sz="1200" dirty="0">
              <a:solidFill>
                <a:schemeClr val="dk2"/>
              </a:solidFill>
              <a:latin typeface="Source Sans 3"/>
              <a:ea typeface="Source Sans 3"/>
              <a:cs typeface="Source Sans 3"/>
              <a:sym typeface="Source Sans 3"/>
            </a:endParaRPr>
          </a:p>
          <a:p>
            <a:pPr marL="342900" indent="-342900">
              <a:buFont typeface="+mj-lt"/>
              <a:buAutoNum type="arabicPeriod"/>
            </a:pPr>
            <a:r>
              <a:rPr lang="en-US" sz="1200" b="1" dirty="0">
                <a:solidFill>
                  <a:srgbClr val="628DB5"/>
                </a:solidFill>
                <a:latin typeface="Source Sans 3"/>
                <a:ea typeface="Source Sans 3"/>
                <a:cs typeface="Source Sans 3"/>
                <a:sym typeface="Source Sans 3"/>
              </a:rPr>
              <a:t>e</a:t>
            </a:r>
            <a:r>
              <a:rPr lang="en" sz="1200" b="1" dirty="0">
                <a:solidFill>
                  <a:srgbClr val="628DB5"/>
                </a:solidFill>
                <a:latin typeface="Source Sans 3"/>
                <a:ea typeface="Source Sans 3"/>
                <a:cs typeface="Source Sans 3"/>
                <a:sym typeface="Source Sans 3"/>
              </a:rPr>
              <a:t>ngagement_sentiment()</a:t>
            </a:r>
            <a:br>
              <a:rPr lang="en" sz="1200" b="1" dirty="0">
                <a:solidFill>
                  <a:srgbClr val="628DB5"/>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Produces an engagement sentiment score.</a:t>
            </a:r>
            <a:endParaRPr sz="1200" b="1" dirty="0">
              <a:solidFill>
                <a:srgbClr val="628DB5"/>
              </a:solidFill>
              <a:latin typeface="Source Sans 3"/>
              <a:ea typeface="Source Sans 3"/>
              <a:cs typeface="Source Sans 3"/>
              <a:sym typeface="Source Sans 3"/>
            </a:endParaRPr>
          </a:p>
        </p:txBody>
      </p:sp>
      <p:pic>
        <p:nvPicPr>
          <p:cNvPr id="20" name="Picture 19" descr="A picture containing text&#10;&#10;Description automatically generated">
            <a:extLst>
              <a:ext uri="{FF2B5EF4-FFF2-40B4-BE49-F238E27FC236}">
                <a16:creationId xmlns:a16="http://schemas.microsoft.com/office/drawing/2014/main" id="{DDE7FACE-3CD8-47F8-0E32-8514F50923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8071" y="4867299"/>
            <a:ext cx="423964" cy="492345"/>
          </a:xfrm>
          <a:prstGeom prst="rect">
            <a:avLst/>
          </a:prstGeom>
        </p:spPr>
      </p:pic>
    </p:spTree>
    <p:extLst>
      <p:ext uri="{BB962C8B-B14F-4D97-AF65-F5344CB8AC3E}">
        <p14:creationId xmlns:p14="http://schemas.microsoft.com/office/powerpoint/2010/main" val="2609457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9BE09234-A7A9-ECC2-4F0F-B1D6170A559A}"/>
            </a:ext>
          </a:extLst>
        </p:cNvPr>
        <p:cNvGrpSpPr/>
        <p:nvPr/>
      </p:nvGrpSpPr>
      <p:grpSpPr>
        <a:xfrm>
          <a:off x="0" y="0"/>
          <a:ext cx="0" cy="0"/>
          <a:chOff x="0" y="0"/>
          <a:chExt cx="0" cy="0"/>
        </a:xfrm>
      </p:grpSpPr>
      <p:pic>
        <p:nvPicPr>
          <p:cNvPr id="2" name="Image" descr="Image">
            <a:extLst>
              <a:ext uri="{FF2B5EF4-FFF2-40B4-BE49-F238E27FC236}">
                <a16:creationId xmlns:a16="http://schemas.microsoft.com/office/drawing/2014/main" id="{DC354BA0-4832-CE7C-2CE1-D891E125B448}"/>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pic>
        <p:nvPicPr>
          <p:cNvPr id="3" name="Picture 2" descr="A picture containing text&#10;&#10;Description automatically generated">
            <a:extLst>
              <a:ext uri="{FF2B5EF4-FFF2-40B4-BE49-F238E27FC236}">
                <a16:creationId xmlns:a16="http://schemas.microsoft.com/office/drawing/2014/main" id="{46BF77F5-CF07-313F-6E8C-09D771422D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pic>
        <p:nvPicPr>
          <p:cNvPr id="216" name="Google Shape;216;p18">
            <a:extLst>
              <a:ext uri="{FF2B5EF4-FFF2-40B4-BE49-F238E27FC236}">
                <a16:creationId xmlns:a16="http://schemas.microsoft.com/office/drawing/2014/main" id="{3A938C08-2907-E64B-65F6-C13C39460C82}"/>
              </a:ext>
            </a:extLst>
          </p:cNvPr>
          <p:cNvPicPr preferRelativeResize="0"/>
          <p:nvPr/>
        </p:nvPicPr>
        <p:blipFill>
          <a:blip r:embed="rId5">
            <a:alphaModFix/>
          </a:blip>
          <a:stretch>
            <a:fillRect/>
          </a:stretch>
        </p:blipFill>
        <p:spPr>
          <a:xfrm>
            <a:off x="210203" y="8615102"/>
            <a:ext cx="3874636" cy="1607085"/>
          </a:xfrm>
          <a:prstGeom prst="rect">
            <a:avLst/>
          </a:prstGeom>
          <a:noFill/>
          <a:ln>
            <a:noFill/>
          </a:ln>
        </p:spPr>
      </p:pic>
      <p:pic>
        <p:nvPicPr>
          <p:cNvPr id="217" name="Google Shape;217;p18">
            <a:extLst>
              <a:ext uri="{FF2B5EF4-FFF2-40B4-BE49-F238E27FC236}">
                <a16:creationId xmlns:a16="http://schemas.microsoft.com/office/drawing/2014/main" id="{04B86DA8-19C9-AE3B-1126-F26770F30491}"/>
              </a:ext>
            </a:extLst>
          </p:cNvPr>
          <p:cNvPicPr preferRelativeResize="0"/>
          <p:nvPr/>
        </p:nvPicPr>
        <p:blipFill>
          <a:blip r:embed="rId5">
            <a:alphaModFix/>
          </a:blip>
          <a:stretch>
            <a:fillRect/>
          </a:stretch>
        </p:blipFill>
        <p:spPr>
          <a:xfrm>
            <a:off x="234403" y="3009370"/>
            <a:ext cx="3830026" cy="4983643"/>
          </a:xfrm>
          <a:prstGeom prst="rect">
            <a:avLst/>
          </a:prstGeom>
          <a:noFill/>
          <a:ln>
            <a:noFill/>
          </a:ln>
        </p:spPr>
      </p:pic>
      <p:sp>
        <p:nvSpPr>
          <p:cNvPr id="220" name="Google Shape;220;p18">
            <a:extLst>
              <a:ext uri="{FF2B5EF4-FFF2-40B4-BE49-F238E27FC236}">
                <a16:creationId xmlns:a16="http://schemas.microsoft.com/office/drawing/2014/main" id="{06D5D828-0841-470D-D032-0DCF08495D99}"/>
              </a:ext>
            </a:extLst>
          </p:cNvPr>
          <p:cNvSpPr txBox="1"/>
          <p:nvPr/>
        </p:nvSpPr>
        <p:spPr>
          <a:xfrm>
            <a:off x="9398473" y="2747624"/>
            <a:ext cx="4001250" cy="1037469"/>
          </a:xfrm>
          <a:prstGeom prst="rect">
            <a:avLst/>
          </a:prstGeom>
          <a:solidFill>
            <a:srgbClr val="F7DCA7"/>
          </a:solidFill>
          <a:ln>
            <a:noFill/>
          </a:ln>
        </p:spPr>
        <p:txBody>
          <a:bodyPr spcFirstLastPara="1" wrap="square" lIns="49615" tIns="49615" rIns="49615" bIns="49615" anchor="ctr" anchorCtr="0">
            <a:noAutofit/>
          </a:bodyPr>
          <a:lstStyle/>
          <a:p>
            <a:pPr>
              <a:spcBef>
                <a:spcPts val="153"/>
              </a:spcBef>
            </a:pPr>
            <a:endParaRPr sz="1222" b="1">
              <a:solidFill>
                <a:srgbClr val="4C4C4C"/>
              </a:solidFill>
            </a:endParaRPr>
          </a:p>
        </p:txBody>
      </p:sp>
      <p:sp>
        <p:nvSpPr>
          <p:cNvPr id="221" name="Google Shape;221;p18">
            <a:extLst>
              <a:ext uri="{FF2B5EF4-FFF2-40B4-BE49-F238E27FC236}">
                <a16:creationId xmlns:a16="http://schemas.microsoft.com/office/drawing/2014/main" id="{31E64EFF-D7B9-76D2-5D2C-07818777D302}"/>
              </a:ext>
            </a:extLst>
          </p:cNvPr>
          <p:cNvSpPr txBox="1"/>
          <p:nvPr/>
        </p:nvSpPr>
        <p:spPr>
          <a:xfrm>
            <a:off x="274320" y="1350264"/>
            <a:ext cx="1303481" cy="517458"/>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About</a:t>
            </a:r>
            <a:endParaRPr sz="2500" dirty="0">
              <a:solidFill>
                <a:srgbClr val="628DB5"/>
              </a:solidFill>
              <a:latin typeface="Source Sans 3"/>
              <a:ea typeface="Source Sans 3"/>
              <a:cs typeface="Source Sans 3"/>
              <a:sym typeface="Source Sans 3"/>
            </a:endParaRPr>
          </a:p>
        </p:txBody>
      </p:sp>
      <p:sp>
        <p:nvSpPr>
          <p:cNvPr id="222" name="Google Shape;222;p18">
            <a:extLst>
              <a:ext uri="{FF2B5EF4-FFF2-40B4-BE49-F238E27FC236}">
                <a16:creationId xmlns:a16="http://schemas.microsoft.com/office/drawing/2014/main" id="{3A8164A0-BFCB-2FD8-719D-6AF7ECEB8B22}"/>
              </a:ext>
            </a:extLst>
          </p:cNvPr>
          <p:cNvSpPr txBox="1"/>
          <p:nvPr/>
        </p:nvSpPr>
        <p:spPr>
          <a:xfrm>
            <a:off x="4293309" y="1349851"/>
            <a:ext cx="352595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Comment Sentiment</a:t>
            </a:r>
            <a:endParaRPr sz="2500" dirty="0">
              <a:solidFill>
                <a:srgbClr val="628DB5"/>
              </a:solidFill>
              <a:latin typeface="Source Sans 3"/>
              <a:ea typeface="Source Sans 3"/>
              <a:cs typeface="Source Sans 3"/>
              <a:sym typeface="Source Sans 3"/>
            </a:endParaRPr>
          </a:p>
        </p:txBody>
      </p:sp>
      <p:sp>
        <p:nvSpPr>
          <p:cNvPr id="223" name="Google Shape;223;p18">
            <a:extLst>
              <a:ext uri="{FF2B5EF4-FFF2-40B4-BE49-F238E27FC236}">
                <a16:creationId xmlns:a16="http://schemas.microsoft.com/office/drawing/2014/main" id="{0BCB5E6E-18BD-027E-6CF0-A0559A98EBC1}"/>
              </a:ext>
            </a:extLst>
          </p:cNvPr>
          <p:cNvSpPr txBox="1"/>
          <p:nvPr/>
        </p:nvSpPr>
        <p:spPr>
          <a:xfrm>
            <a:off x="9319813" y="3735776"/>
            <a:ext cx="3202999"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Engagement Metrics</a:t>
            </a:r>
            <a:endParaRPr sz="2500" dirty="0">
              <a:solidFill>
                <a:srgbClr val="628DB5"/>
              </a:solidFill>
              <a:latin typeface="Source Sans 3"/>
              <a:ea typeface="Source Sans 3"/>
              <a:cs typeface="Source Sans 3"/>
              <a:sym typeface="Source Sans 3"/>
            </a:endParaRPr>
          </a:p>
        </p:txBody>
      </p:sp>
      <p:sp>
        <p:nvSpPr>
          <p:cNvPr id="224" name="Google Shape;224;p18">
            <a:extLst>
              <a:ext uri="{FF2B5EF4-FFF2-40B4-BE49-F238E27FC236}">
                <a16:creationId xmlns:a16="http://schemas.microsoft.com/office/drawing/2014/main" id="{E008AD1E-09E2-01CE-2BA3-4B2A27652F7E}"/>
              </a:ext>
            </a:extLst>
          </p:cNvPr>
          <p:cNvSpPr txBox="1"/>
          <p:nvPr/>
        </p:nvSpPr>
        <p:spPr>
          <a:xfrm>
            <a:off x="274320" y="2924978"/>
            <a:ext cx="3461898" cy="540833"/>
          </a:xfrm>
          <a:prstGeom prst="rect">
            <a:avLst/>
          </a:prstGeom>
          <a:noFill/>
          <a:ln>
            <a:noFill/>
          </a:ln>
        </p:spPr>
        <p:txBody>
          <a:bodyPr spcFirstLastPara="1" wrap="square" lIns="139677" tIns="139677" rIns="139677" bIns="139677" anchor="t" anchorCtr="0">
            <a:noAutofit/>
          </a:bodyPr>
          <a:lstStyle/>
          <a:p>
            <a:r>
              <a:rPr lang="en" sz="2500" dirty="0">
                <a:solidFill>
                  <a:srgbClr val="628DB5"/>
                </a:solidFill>
                <a:latin typeface="Source Sans 3"/>
                <a:ea typeface="Source Sans 3"/>
                <a:cs typeface="Source Sans 3"/>
                <a:sym typeface="Source Sans 3"/>
              </a:rPr>
              <a:t>Project Config Setup</a:t>
            </a:r>
            <a:endParaRPr sz="2500" dirty="0">
              <a:solidFill>
                <a:srgbClr val="628DB5"/>
              </a:solidFill>
              <a:latin typeface="Source Sans 3"/>
              <a:ea typeface="Source Sans 3"/>
              <a:cs typeface="Source Sans 3"/>
              <a:sym typeface="Source Sans 3"/>
            </a:endParaRPr>
          </a:p>
        </p:txBody>
      </p:sp>
      <p:sp>
        <p:nvSpPr>
          <p:cNvPr id="225" name="Google Shape;225;p18">
            <a:extLst>
              <a:ext uri="{FF2B5EF4-FFF2-40B4-BE49-F238E27FC236}">
                <a16:creationId xmlns:a16="http://schemas.microsoft.com/office/drawing/2014/main" id="{868B08B6-B6AF-D740-8E8B-805C990DE0B6}"/>
              </a:ext>
            </a:extLst>
          </p:cNvPr>
          <p:cNvSpPr txBox="1"/>
          <p:nvPr/>
        </p:nvSpPr>
        <p:spPr>
          <a:xfrm>
            <a:off x="9317736" y="1349851"/>
            <a:ext cx="3525958" cy="540833"/>
          </a:xfrm>
          <a:prstGeom prst="rect">
            <a:avLst/>
          </a:prstGeom>
          <a:noFill/>
          <a:ln>
            <a:noFill/>
          </a:ln>
        </p:spPr>
        <p:txBody>
          <a:bodyPr spcFirstLastPara="1" wrap="square" lIns="139677" tIns="139677" rIns="139677" bIns="139677" anchor="t" anchorCtr="0">
            <a:noAutofit/>
          </a:bodyPr>
          <a:lstStyle/>
          <a:p>
            <a:pPr lvl="1">
              <a:lnSpc>
                <a:spcPct val="80000"/>
              </a:lnSpc>
            </a:pPr>
            <a:r>
              <a:rPr lang="en" sz="2500" dirty="0">
                <a:solidFill>
                  <a:srgbClr val="628DB5"/>
                </a:solidFill>
                <a:latin typeface="Source Sans 3"/>
                <a:ea typeface="Source Sans 3"/>
                <a:cs typeface="Source Sans 3"/>
                <a:sym typeface="Source Sans 3"/>
              </a:rPr>
              <a:t>Related Vignettes</a:t>
            </a:r>
            <a:endParaRPr sz="2500" dirty="0">
              <a:solidFill>
                <a:srgbClr val="595959"/>
              </a:solidFill>
              <a:latin typeface="Source Sans 3"/>
              <a:ea typeface="Source Sans 3"/>
              <a:cs typeface="Source Sans 3"/>
              <a:sym typeface="Source Sans 3"/>
            </a:endParaRPr>
          </a:p>
        </p:txBody>
      </p:sp>
      <p:sp>
        <p:nvSpPr>
          <p:cNvPr id="226" name="Google Shape;226;p18">
            <a:extLst>
              <a:ext uri="{FF2B5EF4-FFF2-40B4-BE49-F238E27FC236}">
                <a16:creationId xmlns:a16="http://schemas.microsoft.com/office/drawing/2014/main" id="{42AADD63-DDA3-D4B4-5C37-74E86F33C492}"/>
              </a:ext>
            </a:extLst>
          </p:cNvPr>
          <p:cNvSpPr txBox="1"/>
          <p:nvPr/>
        </p:nvSpPr>
        <p:spPr>
          <a:xfrm>
            <a:off x="9419498" y="2820368"/>
            <a:ext cx="3795917" cy="928413"/>
          </a:xfrm>
          <a:prstGeom prst="rect">
            <a:avLst/>
          </a:prstGeom>
          <a:noFill/>
          <a:ln>
            <a:noFill/>
          </a:ln>
        </p:spPr>
        <p:txBody>
          <a:bodyPr spcFirstLastPara="1" wrap="square" lIns="139677" tIns="139677" rIns="139677" bIns="139677" anchor="t" anchorCtr="0">
            <a:spAutoFit/>
          </a:bodyPr>
          <a:lstStyle/>
          <a:p>
            <a:r>
              <a:rPr lang="en" sz="1400" b="1" dirty="0">
                <a:solidFill>
                  <a:schemeClr val="dk2"/>
                </a:solidFill>
                <a:latin typeface="Source Sans 3"/>
                <a:ea typeface="Source Sans 3"/>
                <a:cs typeface="Source Sans 3"/>
                <a:sym typeface="Source Sans 3"/>
              </a:rPr>
              <a:t>1. download_github_events.Rmd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2. download_github_pull_requests.Rmd</a:t>
            </a:r>
            <a:endParaRPr sz="1400" b="1" dirty="0">
              <a:solidFill>
                <a:schemeClr val="dk2"/>
              </a:solidFill>
              <a:latin typeface="Source Sans 3"/>
              <a:ea typeface="Source Sans 3"/>
              <a:cs typeface="Source Sans 3"/>
              <a:sym typeface="Source Sans 3"/>
            </a:endParaRPr>
          </a:p>
          <a:p>
            <a:r>
              <a:rPr lang="en" sz="1400" b="1" dirty="0">
                <a:solidFill>
                  <a:schemeClr val="dk2"/>
                </a:solidFill>
                <a:latin typeface="Source Sans 3"/>
                <a:ea typeface="Source Sans 3"/>
                <a:cs typeface="Source Sans 3"/>
                <a:sym typeface="Source Sans 3"/>
              </a:rPr>
              <a:t>3. sentiment_analysis.Rmd</a:t>
            </a:r>
            <a:endParaRPr sz="1400" b="1" dirty="0">
              <a:solidFill>
                <a:schemeClr val="dk2"/>
              </a:solidFill>
              <a:latin typeface="Source Sans 3"/>
              <a:ea typeface="Source Sans 3"/>
              <a:cs typeface="Source Sans 3"/>
              <a:sym typeface="Source Sans 3"/>
            </a:endParaRPr>
          </a:p>
        </p:txBody>
      </p:sp>
      <p:sp>
        <p:nvSpPr>
          <p:cNvPr id="227" name="Google Shape;227;p18">
            <a:extLst>
              <a:ext uri="{FF2B5EF4-FFF2-40B4-BE49-F238E27FC236}">
                <a16:creationId xmlns:a16="http://schemas.microsoft.com/office/drawing/2014/main" id="{312D8081-3435-5E6A-7284-E81CF41E7030}"/>
              </a:ext>
            </a:extLst>
          </p:cNvPr>
          <p:cNvSpPr txBox="1"/>
          <p:nvPr/>
        </p:nvSpPr>
        <p:spPr>
          <a:xfrm>
            <a:off x="9324372" y="1826396"/>
            <a:ext cx="382585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See supplementary notebooks that go in-depth on downloading and parsing communication data and conducting the full sentiment analysis workflow.</a:t>
            </a:r>
            <a:endParaRPr sz="1200" dirty="0">
              <a:solidFill>
                <a:schemeClr val="dk2"/>
              </a:solidFill>
              <a:latin typeface="Source Sans 3"/>
              <a:ea typeface="Source Sans 3"/>
              <a:cs typeface="Source Sans 3"/>
              <a:sym typeface="Source Sans 3"/>
            </a:endParaRPr>
          </a:p>
        </p:txBody>
      </p:sp>
      <p:sp>
        <p:nvSpPr>
          <p:cNvPr id="228" name="Google Shape;228;p18">
            <a:extLst>
              <a:ext uri="{FF2B5EF4-FFF2-40B4-BE49-F238E27FC236}">
                <a16:creationId xmlns:a16="http://schemas.microsoft.com/office/drawing/2014/main" id="{60CC3179-20FF-4381-B9D2-C2E457D71559}"/>
              </a:ext>
            </a:extLst>
          </p:cNvPr>
          <p:cNvSpPr txBox="1"/>
          <p:nvPr/>
        </p:nvSpPr>
        <p:spPr>
          <a:xfrm>
            <a:off x="253301" y="1727185"/>
            <a:ext cx="4092520" cy="1205412"/>
          </a:xfrm>
          <a:prstGeom prst="rect">
            <a:avLst/>
          </a:prstGeom>
          <a:noFill/>
          <a:ln>
            <a:noFill/>
          </a:ln>
        </p:spPr>
        <p:txBody>
          <a:bodyPr spcFirstLastPara="1" wrap="square" lIns="139677" tIns="139677" rIns="139677" bIns="139677" anchor="t" anchorCtr="0">
            <a:spAutoFit/>
          </a:bodyPr>
          <a:lstStyle/>
          <a:p>
            <a:r>
              <a:rPr lang="en-US" sz="1200" dirty="0" err="1">
                <a:solidFill>
                  <a:schemeClr val="dk2"/>
                </a:solidFill>
                <a:latin typeface="Source Sans 3"/>
                <a:ea typeface="Source Sans 3"/>
                <a:cs typeface="Source Sans 3"/>
                <a:sym typeface="Source Sans 3"/>
              </a:rPr>
              <a:t>Kaiaulu</a:t>
            </a:r>
            <a:r>
              <a:rPr lang="en-US" sz="1200" dirty="0">
                <a:solidFill>
                  <a:schemeClr val="dk2"/>
                </a:solidFill>
                <a:latin typeface="Source Sans 3"/>
                <a:ea typeface="Source Sans 3"/>
                <a:cs typeface="Source Sans 3"/>
                <a:sym typeface="Source Sans 3"/>
              </a:rPr>
              <a:t> provides support for the download of comment data from multiple sources e.g. GitHub, Jira, and mailing lists  (see refresher-</a:t>
            </a:r>
            <a:r>
              <a:rPr lang="en-US" sz="1200" dirty="0" err="1">
                <a:solidFill>
                  <a:schemeClr val="dk2"/>
                </a:solidFill>
                <a:latin typeface="Source Sans 3"/>
                <a:ea typeface="Source Sans 3"/>
                <a:cs typeface="Source Sans 3"/>
                <a:sym typeface="Source Sans 3"/>
              </a:rPr>
              <a:t>cheatsheet.pdf</a:t>
            </a:r>
            <a:r>
              <a:rPr lang="en-US" sz="1200" dirty="0">
                <a:solidFill>
                  <a:schemeClr val="dk2"/>
                </a:solidFill>
                <a:latin typeface="Source Sans 3"/>
                <a:ea typeface="Source Sans 3"/>
                <a:cs typeface="Source Sans 3"/>
                <a:sym typeface="Source Sans 3"/>
              </a:rPr>
              <a:t>). This </a:t>
            </a:r>
            <a:r>
              <a:rPr lang="en-US" sz="1200" dirty="0" err="1">
                <a:solidFill>
                  <a:schemeClr val="dk2"/>
                </a:solidFill>
                <a:latin typeface="Source Sans 3"/>
                <a:ea typeface="Source Sans 3"/>
                <a:cs typeface="Source Sans 3"/>
                <a:sym typeface="Source Sans 3"/>
              </a:rPr>
              <a:t>cheatsheet</a:t>
            </a:r>
            <a:r>
              <a:rPr lang="en-US" sz="1200" dirty="0">
                <a:solidFill>
                  <a:schemeClr val="dk2"/>
                </a:solidFill>
                <a:latin typeface="Source Sans 3"/>
                <a:ea typeface="Source Sans 3"/>
                <a:cs typeface="Source Sans 3"/>
                <a:sym typeface="Source Sans 3"/>
              </a:rPr>
              <a:t> covers how to add sentiment labels to each comment by using machine learning classifiers for sentiment analysis.</a:t>
            </a:r>
          </a:p>
        </p:txBody>
      </p:sp>
      <p:sp>
        <p:nvSpPr>
          <p:cNvPr id="229" name="Google Shape;229;p18">
            <a:extLst>
              <a:ext uri="{FF2B5EF4-FFF2-40B4-BE49-F238E27FC236}">
                <a16:creationId xmlns:a16="http://schemas.microsoft.com/office/drawing/2014/main" id="{3F7AA3B3-1EDA-7CF0-12EC-345A7F84A588}"/>
              </a:ext>
            </a:extLst>
          </p:cNvPr>
          <p:cNvSpPr txBox="1"/>
          <p:nvPr/>
        </p:nvSpPr>
        <p:spPr>
          <a:xfrm>
            <a:off x="287688" y="3347227"/>
            <a:ext cx="3813792" cy="836080"/>
          </a:xfrm>
          <a:prstGeom prst="rect">
            <a:avLst/>
          </a:prstGeom>
          <a:noFill/>
          <a:ln>
            <a:noFill/>
          </a:ln>
        </p:spPr>
        <p:txBody>
          <a:bodyPr spcFirstLastPara="1" wrap="square" lIns="139677" tIns="139677" rIns="139677" bIns="139677" anchor="t" anchorCtr="0">
            <a:spAutoFit/>
          </a:bodyPr>
          <a:lstStyle/>
          <a:p>
            <a:r>
              <a:rPr lang="en" sz="1200" b="1" dirty="0">
                <a:solidFill>
                  <a:schemeClr val="tx1"/>
                </a:solidFill>
                <a:latin typeface="Source Sans 3"/>
                <a:ea typeface="Source Sans 3"/>
                <a:cs typeface="Source Sans 3"/>
                <a:sym typeface="Source Sans 3"/>
              </a:rPr>
              <a:t>Before running a vignette, you must set up your project configuration file (examples in conf/) to specify the paths to download the data.</a:t>
            </a:r>
            <a:endParaRPr sz="1200" b="1" dirty="0">
              <a:solidFill>
                <a:schemeClr val="tx1"/>
              </a:solidFill>
              <a:latin typeface="Source Sans 3"/>
              <a:ea typeface="Source Sans 3"/>
              <a:cs typeface="Source Sans 3"/>
              <a:sym typeface="Source Sans 3"/>
            </a:endParaRPr>
          </a:p>
        </p:txBody>
      </p:sp>
      <p:sp>
        <p:nvSpPr>
          <p:cNvPr id="230" name="Google Shape;230;p18">
            <a:extLst>
              <a:ext uri="{FF2B5EF4-FFF2-40B4-BE49-F238E27FC236}">
                <a16:creationId xmlns:a16="http://schemas.microsoft.com/office/drawing/2014/main" id="{9DB364D9-7D40-E8B6-489E-C27E82C36F87}"/>
              </a:ext>
            </a:extLst>
          </p:cNvPr>
          <p:cNvSpPr txBox="1"/>
          <p:nvPr/>
        </p:nvSpPr>
        <p:spPr>
          <a:xfrm>
            <a:off x="4270400" y="1833020"/>
            <a:ext cx="4765944" cy="836080"/>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Kaiaulu’s sentiment_analysis.Rmd interfaces with a family of sentiment classifier models. The classifier leverages comment data (1) obtainable by Kaiaulu downloaders.</a:t>
            </a:r>
            <a:endParaRPr sz="1200" dirty="0">
              <a:solidFill>
                <a:schemeClr val="dk2"/>
              </a:solidFill>
              <a:latin typeface="Source Sans 3"/>
              <a:ea typeface="Source Sans 3"/>
              <a:cs typeface="Source Sans 3"/>
              <a:sym typeface="Source Sans 3"/>
            </a:endParaRPr>
          </a:p>
        </p:txBody>
      </p:sp>
      <p:sp>
        <p:nvSpPr>
          <p:cNvPr id="231" name="Google Shape;231;p18">
            <a:extLst>
              <a:ext uri="{FF2B5EF4-FFF2-40B4-BE49-F238E27FC236}">
                <a16:creationId xmlns:a16="http://schemas.microsoft.com/office/drawing/2014/main" id="{38F426C3-0C87-2259-EE8A-5C096AD870B1}"/>
              </a:ext>
            </a:extLst>
          </p:cNvPr>
          <p:cNvSpPr txBox="1"/>
          <p:nvPr/>
        </p:nvSpPr>
        <p:spPr>
          <a:xfrm>
            <a:off x="4315289" y="7894730"/>
            <a:ext cx="5498559" cy="2128741"/>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passes comments (</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to the sentiment classifier using pysenti_predict() (2). The tools.yml path for the sentiment classifier follows </a:t>
            </a:r>
            <a:r>
              <a:rPr lang="en-US" sz="1200" dirty="0">
                <a:solidFill>
                  <a:schemeClr val="dk2"/>
                </a:solidFill>
                <a:latin typeface="Source Sans 3"/>
                <a:ea typeface="Source Sans 3"/>
                <a:cs typeface="Source Sans 3"/>
                <a:sym typeface="Source Sans 3"/>
              </a:rPr>
              <a:t>the same pattern as the other third-party tools.</a:t>
            </a:r>
            <a:endParaRPr sz="1200" dirty="0">
              <a:solidFill>
                <a:schemeClr val="dk2"/>
              </a:solidFill>
              <a:latin typeface="Source Sans 3"/>
              <a:ea typeface="Source Sans 3"/>
              <a:cs typeface="Source Sans 3"/>
              <a:sym typeface="Source Sans 3"/>
            </a:endParaRPr>
          </a:p>
          <a:p>
            <a:endParaRPr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classifier labels each comment as </a:t>
            </a:r>
            <a:r>
              <a:rPr lang="en" sz="1200" dirty="0">
                <a:solidFill>
                  <a:srgbClr val="93C47D"/>
                </a:solidFill>
                <a:latin typeface="Source Sans 3"/>
                <a:ea typeface="Source Sans 3"/>
                <a:cs typeface="Source Sans 3"/>
                <a:sym typeface="Source Sans 3"/>
              </a:rPr>
              <a:t>positive </a:t>
            </a:r>
            <a:r>
              <a:rPr lang="en" sz="1200" dirty="0">
                <a:solidFill>
                  <a:schemeClr val="dk2"/>
                </a:solidFill>
                <a:latin typeface="Source Sans 3"/>
                <a:ea typeface="Source Sans 3"/>
                <a:cs typeface="Source Sans 3"/>
                <a:sym typeface="Source Sans 3"/>
              </a:rPr>
              <a:t>(        ), </a:t>
            </a:r>
            <a:r>
              <a:rPr lang="en" sz="1200" dirty="0">
                <a:solidFill>
                  <a:srgbClr val="E06666"/>
                </a:solidFill>
                <a:latin typeface="Source Sans 3"/>
                <a:ea typeface="Source Sans 3"/>
                <a:cs typeface="Source Sans 3"/>
                <a:sym typeface="Source Sans 3"/>
              </a:rPr>
              <a:t>negative </a:t>
            </a:r>
            <a:r>
              <a:rPr lang="en" sz="1200" dirty="0">
                <a:solidFill>
                  <a:schemeClr val="dk2"/>
                </a:solidFill>
                <a:latin typeface="Source Sans 3"/>
                <a:ea typeface="Source Sans 3"/>
                <a:cs typeface="Source Sans 3"/>
                <a:sym typeface="Source Sans 3"/>
              </a:rPr>
              <a:t>(</a:t>
            </a:r>
            <a:r>
              <a:rPr lang="en" sz="1200" dirty="0">
                <a:solidFill>
                  <a:srgbClr val="E06666"/>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 or </a:t>
            </a:r>
            <a:r>
              <a:rPr lang="en" sz="1200" dirty="0">
                <a:solidFill>
                  <a:schemeClr val="tx2">
                    <a:lumMod val="50000"/>
                  </a:schemeClr>
                </a:solidFill>
                <a:latin typeface="Source Sans 3"/>
                <a:ea typeface="Source Sans 3"/>
                <a:cs typeface="Source Sans 3"/>
                <a:sym typeface="Source Sans 3"/>
              </a:rPr>
              <a:t>neutral</a:t>
            </a:r>
            <a:r>
              <a:rPr lang="en" sz="1200" dirty="0">
                <a:solidFill>
                  <a:schemeClr val="dk2"/>
                </a:solidFill>
                <a:latin typeface="Source Sans 3"/>
                <a:ea typeface="Source Sans 3"/>
                <a:cs typeface="Source Sans 3"/>
                <a:sym typeface="Source Sans 3"/>
              </a:rPr>
              <a:t> (        ) using machine learning models (3) and returns</a:t>
            </a:r>
            <a:r>
              <a:rPr lang="en" sz="1200" baseline="30000" dirty="0">
                <a:solidFill>
                  <a:schemeClr val="dk2"/>
                </a:solidFill>
                <a:latin typeface="Source Sans 3"/>
                <a:ea typeface="Source Sans 3"/>
                <a:cs typeface="Source Sans 3"/>
                <a:sym typeface="Source Sans 3"/>
              </a:rPr>
              <a:t> </a:t>
            </a:r>
            <a:r>
              <a:rPr lang="en" sz="1200" dirty="0">
                <a:solidFill>
                  <a:schemeClr val="dk2"/>
                </a:solidFill>
                <a:latin typeface="Source Sans 3"/>
                <a:ea typeface="Source Sans 3"/>
                <a:cs typeface="Source Sans 3"/>
                <a:sym typeface="Source Sans 3"/>
              </a:rPr>
              <a:t>that label (4) to Kaiaulu.</a:t>
            </a:r>
          </a:p>
          <a:p>
            <a:endParaRPr lang="en" sz="1200" dirty="0">
              <a:solidFill>
                <a:schemeClr val="dk2"/>
              </a:solidFill>
              <a:latin typeface="Source Sans 3"/>
              <a:ea typeface="Source Sans 3"/>
              <a:cs typeface="Source Sans 3"/>
              <a:sym typeface="Source Sans 3"/>
            </a:endParaRPr>
          </a:p>
          <a:p>
            <a:r>
              <a:rPr lang="en" sz="1200" dirty="0">
                <a:solidFill>
                  <a:schemeClr val="dk2"/>
                </a:solidFill>
                <a:latin typeface="Source Sans 3"/>
                <a:ea typeface="Source Sans 3"/>
                <a:cs typeface="Source Sans 3"/>
                <a:sym typeface="Source Sans 3"/>
              </a:rPr>
              <a:t>The sentiment labels can also be used as a measure of </a:t>
            </a:r>
            <a:r>
              <a:rPr lang="en" sz="1200" dirty="0">
                <a:solidFill>
                  <a:srgbClr val="628DB5"/>
                </a:solidFill>
                <a:latin typeface="Source Sans 3"/>
                <a:ea typeface="Source Sans 3"/>
                <a:cs typeface="Source Sans 3"/>
                <a:sym typeface="Source Sans 3"/>
              </a:rPr>
              <a:t>project emotional engagement.</a:t>
            </a:r>
            <a:endParaRPr sz="1200" dirty="0">
              <a:solidFill>
                <a:srgbClr val="628DB5"/>
              </a:solidFill>
              <a:latin typeface="Source Sans 3"/>
              <a:ea typeface="Source Sans 3"/>
              <a:cs typeface="Source Sans 3"/>
              <a:sym typeface="Source Sans 3"/>
            </a:endParaRPr>
          </a:p>
        </p:txBody>
      </p:sp>
      <p:sp>
        <p:nvSpPr>
          <p:cNvPr id="232" name="Google Shape;232;p18">
            <a:extLst>
              <a:ext uri="{FF2B5EF4-FFF2-40B4-BE49-F238E27FC236}">
                <a16:creationId xmlns:a16="http://schemas.microsoft.com/office/drawing/2014/main" id="{D437CB19-E18B-73E0-3BB7-D30DA2E122D7}"/>
              </a:ext>
            </a:extLst>
          </p:cNvPr>
          <p:cNvSpPr txBox="1"/>
          <p:nvPr/>
        </p:nvSpPr>
        <p:spPr>
          <a:xfrm>
            <a:off x="9352482" y="4252478"/>
            <a:ext cx="4674907" cy="1205412"/>
          </a:xfrm>
          <a:prstGeom prst="rect">
            <a:avLst/>
          </a:prstGeom>
          <a:noFill/>
          <a:ln>
            <a:noFill/>
          </a:ln>
        </p:spPr>
        <p:txBody>
          <a:bodyPr spcFirstLastPara="1" wrap="square" lIns="139677" tIns="139677" rIns="139677" bIns="139677" anchor="t" anchorCtr="0">
            <a:spAutoFit/>
          </a:bodyPr>
          <a:lstStyle/>
          <a:p>
            <a:r>
              <a:rPr lang="en" sz="1200" dirty="0">
                <a:solidFill>
                  <a:schemeClr val="dk2"/>
                </a:solidFill>
                <a:latin typeface="Source Sans 3"/>
                <a:ea typeface="Source Sans 3"/>
                <a:cs typeface="Source Sans 3"/>
                <a:sym typeface="Source Sans 3"/>
              </a:rPr>
              <a:t>Kaiaulu supports time-series analysis of developer comments across all sources via various engagement metrics. For two of them, developer’s comments and sentiments are grouped respectively by time step within a moving window to form a time series of engagement. </a:t>
            </a:r>
            <a:endParaRPr sz="1200" dirty="0">
              <a:solidFill>
                <a:schemeClr val="dk2"/>
              </a:solidFill>
              <a:latin typeface="Source Sans 3"/>
              <a:ea typeface="Source Sans 3"/>
              <a:cs typeface="Source Sans 3"/>
              <a:sym typeface="Source Sans 3"/>
            </a:endParaRPr>
          </a:p>
        </p:txBody>
      </p:sp>
      <p:sp>
        <p:nvSpPr>
          <p:cNvPr id="233" name="Google Shape;233;p18">
            <a:extLst>
              <a:ext uri="{FF2B5EF4-FFF2-40B4-BE49-F238E27FC236}">
                <a16:creationId xmlns:a16="http://schemas.microsoft.com/office/drawing/2014/main" id="{FDD0A973-F074-6D3A-3CB6-E0B632F22C75}"/>
              </a:ext>
            </a:extLst>
          </p:cNvPr>
          <p:cNvSpPr txBox="1"/>
          <p:nvPr/>
        </p:nvSpPr>
        <p:spPr>
          <a:xfrm>
            <a:off x="84707" y="244972"/>
            <a:ext cx="8869823" cy="873013"/>
          </a:xfrm>
          <a:prstGeom prst="rect">
            <a:avLst/>
          </a:prstGeom>
          <a:noFill/>
          <a:ln>
            <a:noFill/>
          </a:ln>
        </p:spPr>
        <p:txBody>
          <a:bodyPr spcFirstLastPara="1" wrap="square" lIns="139677" tIns="139677" rIns="139677" bIns="139677" anchor="t" anchorCtr="0">
            <a:spAutoFit/>
          </a:bodyPr>
          <a:lstStyle/>
          <a:p>
            <a:pPr>
              <a:lnSpc>
                <a:spcPct val="80000"/>
              </a:lnSpc>
            </a:pPr>
            <a:r>
              <a:rPr lang="en" sz="4800" dirty="0">
                <a:solidFill>
                  <a:srgbClr val="585858"/>
                </a:solidFill>
                <a:latin typeface="Source Sans 3 Light" panose="020B0303030403020204" pitchFamily="34" charset="0"/>
                <a:ea typeface="Source Sans Pro" panose="020B0503030403020204" pitchFamily="34" charset="0"/>
                <a:cs typeface="Source Sans 3"/>
                <a:sym typeface="Source Sans 3"/>
              </a:rPr>
              <a:t>Sentiment Classifier </a:t>
            </a:r>
            <a:r>
              <a:rPr lang="en" sz="4800" dirty="0">
                <a:solidFill>
                  <a:srgbClr val="585858"/>
                </a:solidFill>
                <a:latin typeface="Source Sans 3 Light" panose="020B0303030403020204" pitchFamily="34" charset="0"/>
                <a:ea typeface="Source Sans 3"/>
                <a:cs typeface="Source Sans 3"/>
                <a:sym typeface="Source Sans 3"/>
              </a:rPr>
              <a:t>: :</a:t>
            </a:r>
            <a:r>
              <a:rPr lang="en" sz="3514" dirty="0">
                <a:solidFill>
                  <a:srgbClr val="585858"/>
                </a:solidFill>
                <a:latin typeface="Source Sans 3 Light" panose="020B0303030403020204" pitchFamily="34" charset="0"/>
                <a:ea typeface="Source Sans 3"/>
                <a:cs typeface="Source Sans 3"/>
                <a:sym typeface="Source Sans 3"/>
              </a:rPr>
              <a:t> </a:t>
            </a:r>
            <a:r>
              <a:rPr lang="en" sz="3300" b="1" dirty="0">
                <a:solidFill>
                  <a:srgbClr val="585858"/>
                </a:solidFill>
                <a:latin typeface="Source Sans 3 SemiBold" panose="020B0303030403020204" pitchFamily="34" charset="0"/>
                <a:ea typeface="Source Sans 3"/>
                <a:cs typeface="Source Sans 3"/>
                <a:sym typeface="Source Sans 3"/>
              </a:rPr>
              <a:t>CHEAT SHEET</a:t>
            </a:r>
            <a:endParaRPr sz="3300" b="1" dirty="0">
              <a:solidFill>
                <a:srgbClr val="585858"/>
              </a:solidFill>
              <a:latin typeface="Source Sans 3 SemiBold" panose="020B0303030403020204" pitchFamily="34" charset="0"/>
              <a:ea typeface="Source Sans 3"/>
              <a:cs typeface="Source Sans 3"/>
              <a:sym typeface="Source Sans 3"/>
            </a:endParaRPr>
          </a:p>
        </p:txBody>
      </p:sp>
      <p:cxnSp>
        <p:nvCxnSpPr>
          <p:cNvPr id="234" name="Google Shape;234;p18">
            <a:extLst>
              <a:ext uri="{FF2B5EF4-FFF2-40B4-BE49-F238E27FC236}">
                <a16:creationId xmlns:a16="http://schemas.microsoft.com/office/drawing/2014/main" id="{A1C5A158-7B6D-3206-2523-0B61BB0FA7A6}"/>
              </a:ext>
            </a:extLst>
          </p:cNvPr>
          <p:cNvCxnSpPr/>
          <p:nvPr/>
        </p:nvCxnSpPr>
        <p:spPr>
          <a:xfrm>
            <a:off x="2225439" y="10493760"/>
            <a:ext cx="11481250" cy="9167"/>
          </a:xfrm>
          <a:prstGeom prst="straightConnector1">
            <a:avLst/>
          </a:prstGeom>
          <a:noFill/>
          <a:ln w="7550" cap="flat" cmpd="sng">
            <a:solidFill>
              <a:srgbClr val="E4E4E3"/>
            </a:solidFill>
            <a:prstDash val="solid"/>
            <a:miter lim="400000"/>
            <a:headEnd type="none" w="sm" len="sm"/>
            <a:tailEnd type="none" w="sm" len="sm"/>
          </a:ln>
        </p:spPr>
      </p:cxnSp>
      <p:sp>
        <p:nvSpPr>
          <p:cNvPr id="235" name="Google Shape;235;p18">
            <a:extLst>
              <a:ext uri="{FF2B5EF4-FFF2-40B4-BE49-F238E27FC236}">
                <a16:creationId xmlns:a16="http://schemas.microsoft.com/office/drawing/2014/main" id="{C6B16F93-BDF7-5FE1-7DA9-BA7CB6E63F54}"/>
              </a:ext>
            </a:extLst>
          </p:cNvPr>
          <p:cNvSpPr/>
          <p:nvPr/>
        </p:nvSpPr>
        <p:spPr>
          <a:xfrm>
            <a:off x="404387" y="4105071"/>
            <a:ext cx="3566750" cy="378055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36" name="Google Shape;236;p18">
            <a:extLst>
              <a:ext uri="{FF2B5EF4-FFF2-40B4-BE49-F238E27FC236}">
                <a16:creationId xmlns:a16="http://schemas.microsoft.com/office/drawing/2014/main" id="{1DDE476D-F5CA-25E1-14A5-29AB677ED248}"/>
              </a:ext>
            </a:extLst>
          </p:cNvPr>
          <p:cNvSpPr/>
          <p:nvPr/>
        </p:nvSpPr>
        <p:spPr>
          <a:xfrm>
            <a:off x="163119" y="10330907"/>
            <a:ext cx="2306727" cy="384542"/>
          </a:xfrm>
          <a:prstGeom prst="roundRect">
            <a:avLst>
              <a:gd name="adj" fmla="val 36061"/>
            </a:avLst>
          </a:prstGeom>
          <a:solidFill>
            <a:srgbClr val="FFFFFF"/>
          </a:solidFill>
          <a:ln>
            <a:noFill/>
          </a:ln>
        </p:spPr>
        <p:txBody>
          <a:bodyPr spcFirstLastPara="1" wrap="square" lIns="0" tIns="0" rIns="0" bIns="0" anchor="ctr" anchorCtr="0">
            <a:noAutofit/>
          </a:bodyPr>
          <a:lstStyle/>
          <a:p>
            <a:pPr algn="ctr">
              <a:lnSpc>
                <a:spcPct val="90000"/>
              </a:lnSpc>
              <a:buClr>
                <a:srgbClr val="407AAA"/>
              </a:buClr>
              <a:buSzPts val="1400"/>
            </a:pPr>
            <a:r>
              <a:rPr lang="en" sz="2400" b="1" dirty="0">
                <a:solidFill>
                  <a:srgbClr val="407AAA"/>
                </a:solidFill>
                <a:latin typeface="Helvetica Neue"/>
                <a:ea typeface="Helvetica Neue"/>
                <a:cs typeface="Helvetica Neue"/>
                <a:sym typeface="Helvetica Neue"/>
              </a:rPr>
              <a:t>Kaiāulu</a:t>
            </a:r>
            <a:endParaRPr sz="2400" b="1" dirty="0">
              <a:solidFill>
                <a:srgbClr val="4C4C4C"/>
              </a:solidFill>
            </a:endParaRPr>
          </a:p>
        </p:txBody>
      </p:sp>
      <p:sp>
        <p:nvSpPr>
          <p:cNvPr id="237" name="Google Shape;237;p18">
            <a:extLst>
              <a:ext uri="{FF2B5EF4-FFF2-40B4-BE49-F238E27FC236}">
                <a16:creationId xmlns:a16="http://schemas.microsoft.com/office/drawing/2014/main" id="{9F16129D-974D-D02B-EA33-07AA7011BDE2}"/>
              </a:ext>
            </a:extLst>
          </p:cNvPr>
          <p:cNvSpPr txBox="1"/>
          <p:nvPr/>
        </p:nvSpPr>
        <p:spPr>
          <a:xfrm>
            <a:off x="6559733" y="10369856"/>
            <a:ext cx="7343934" cy="497526"/>
          </a:xfrm>
          <a:prstGeom prst="rect">
            <a:avLst/>
          </a:prstGeom>
          <a:noFill/>
          <a:ln>
            <a:noFill/>
          </a:ln>
        </p:spPr>
        <p:txBody>
          <a:bodyPr spcFirstLastPara="1" wrap="square" lIns="139677" tIns="139677" rIns="139677" bIns="139677" anchor="t" anchorCtr="0">
            <a:spAutoFit/>
          </a:bodyPr>
          <a:lstStyle/>
          <a:p>
            <a:pPr>
              <a:lnSpc>
                <a:spcPct val="115000"/>
              </a:lnSpc>
              <a:spcBef>
                <a:spcPts val="306"/>
              </a:spcBef>
            </a:pPr>
            <a:r>
              <a:rPr lang="en" sz="1000" u="sng" dirty="0">
                <a:solidFill>
                  <a:schemeClr val="bg2"/>
                </a:solidFill>
                <a:latin typeface="Source Sans 3"/>
                <a:ea typeface="Source Sans 3"/>
                <a:cs typeface="Source Sans 3"/>
                <a:sym typeface="Source Sans 3"/>
                <a:hlinkClick r:id="rId6">
                  <a:extLst>
                    <a:ext uri="{A12FA001-AC4F-418D-AE19-62706E023703}">
                      <ahyp:hlinkClr xmlns:ahyp="http://schemas.microsoft.com/office/drawing/2018/hyperlinkcolor" val="tx"/>
                    </a:ext>
                  </a:extLst>
                </a:hlinkClick>
              </a:rPr>
              <a:t>CC BY SA</a:t>
            </a:r>
            <a:r>
              <a:rPr lang="en" sz="1000" dirty="0">
                <a:solidFill>
                  <a:schemeClr val="bg2"/>
                </a:solidFill>
                <a:uFill>
                  <a:noFill/>
                </a:uFill>
                <a:latin typeface="Source Sans 3"/>
                <a:ea typeface="Source Sans 3"/>
                <a:cs typeface="Source Sans 3"/>
                <a:sym typeface="Source Sans 3"/>
                <a:hlinkClick r:id="rId6">
                  <a:extLst>
                    <a:ext uri="{A12FA001-AC4F-418D-AE19-62706E023703}">
                      <ahyp:hlinkClr xmlns:ahyp="http://schemas.microsoft.com/office/drawing/2018/hyperlinkcolor" val="tx"/>
                    </a:ext>
                  </a:extLst>
                </a:hlinkClick>
              </a:rPr>
              <a:t> </a:t>
            </a:r>
            <a:r>
              <a:rPr lang="en" sz="1000" dirty="0">
                <a:solidFill>
                  <a:schemeClr val="bg2"/>
                </a:solidFill>
                <a:latin typeface="Source Sans 3"/>
                <a:ea typeface="Source Sans 3"/>
                <a:cs typeface="Source Sans 3"/>
                <a:sym typeface="Source Sans 3"/>
              </a:rPr>
              <a:t>Adam Graham, Samantha Limon, Carlos Paradis • Kaiaulu package version 0.0.0.9700 (in development) •  Updated: 2026-4</a:t>
            </a:r>
            <a:endParaRPr sz="1000" dirty="0">
              <a:solidFill>
                <a:schemeClr val="bg2"/>
              </a:solidFill>
              <a:latin typeface="Source Sans 3"/>
              <a:ea typeface="Source Sans 3"/>
              <a:cs typeface="Source Sans 3"/>
              <a:sym typeface="Source Sans 3"/>
            </a:endParaRPr>
          </a:p>
        </p:txBody>
      </p:sp>
      <p:sp>
        <p:nvSpPr>
          <p:cNvPr id="238" name="Google Shape;238;p18">
            <a:extLst>
              <a:ext uri="{FF2B5EF4-FFF2-40B4-BE49-F238E27FC236}">
                <a16:creationId xmlns:a16="http://schemas.microsoft.com/office/drawing/2014/main" id="{9B1615CA-6B20-61F0-7477-94F5E234065E}"/>
              </a:ext>
            </a:extLst>
          </p:cNvPr>
          <p:cNvSpPr txBox="1"/>
          <p:nvPr/>
        </p:nvSpPr>
        <p:spPr>
          <a:xfrm>
            <a:off x="411063" y="4240338"/>
            <a:ext cx="3373792" cy="3667624"/>
          </a:xfrm>
          <a:prstGeom prst="rect">
            <a:avLst/>
          </a:prstGeom>
          <a:noFill/>
          <a:ln>
            <a:noFill/>
          </a:ln>
        </p:spPr>
        <p:txBody>
          <a:bodyPr spcFirstLastPara="1" wrap="square" lIns="139677" tIns="139677" rIns="139677" bIns="139677" anchor="t" anchorCtr="0">
            <a:spAutoFit/>
          </a:bodyPr>
          <a:lstStyle/>
          <a:p>
            <a:pPr marL="285750" indent="-285750">
              <a:buFont typeface="Arial" panose="020B0604020202020204" pitchFamily="34" charset="0"/>
              <a:buChar char="•"/>
            </a:pPr>
            <a:r>
              <a:rPr lang="en" sz="1100" b="1" dirty="0">
                <a:solidFill>
                  <a:schemeClr val="tx1"/>
                </a:solidFill>
                <a:latin typeface="Source Sans 3"/>
                <a:ea typeface="Source Sans 3"/>
                <a:cs typeface="Source Sans 3"/>
                <a:sym typeface="Source Sans 3"/>
              </a:rPr>
              <a:t>issue_tracker: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github: </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project_key_1:</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owner:</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repo:</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issue_or_pr_comment: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issue_event: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commit_comments:</a:t>
            </a:r>
            <a:endParaRPr sz="1100" b="1" dirty="0">
              <a:solidFill>
                <a:schemeClr val="tx1"/>
              </a:solidFill>
              <a:latin typeface="Source Sans 3"/>
              <a:ea typeface="Source Sans 3"/>
              <a:cs typeface="Source Sans 3"/>
              <a:sym typeface="Source Sans 3"/>
            </a:endParaRPr>
          </a:p>
          <a:p>
            <a:r>
              <a:rPr lang="en" sz="1100" b="1" dirty="0">
                <a:solidFill>
                  <a:schemeClr val="tx1"/>
                </a:solidFill>
                <a:latin typeface="Source Sans 3"/>
                <a:ea typeface="Source Sans 3"/>
                <a:cs typeface="Source Sans 3"/>
                <a:sym typeface="Source Sans 3"/>
              </a:rPr>
              <a:t>                    pr_comments:</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jira:</a:t>
            </a:r>
          </a:p>
          <a:p>
            <a:r>
              <a:rPr lang="en" sz="1100" b="1" dirty="0">
                <a:solidFill>
                  <a:schemeClr val="tx1"/>
                </a:solidFill>
                <a:latin typeface="Source Sans 3"/>
                <a:ea typeface="Source Sans 3"/>
                <a:cs typeface="Source Sans 3"/>
                <a:sym typeface="Source Sans 3"/>
              </a:rPr>
              <a:t>                project_key_1:</a:t>
            </a:r>
          </a:p>
          <a:p>
            <a:r>
              <a:rPr lang="en" sz="1100" b="1" dirty="0">
                <a:solidFill>
                  <a:schemeClr val="tx1"/>
                </a:solidFill>
                <a:latin typeface="Source Sans 3"/>
                <a:ea typeface="Source Sans 3"/>
                <a:cs typeface="Source Sans 3"/>
                <a:sym typeface="Source Sans 3"/>
              </a:rPr>
              <a:t>                    issue_comments:</a:t>
            </a:r>
          </a:p>
          <a:p>
            <a:pPr marL="285750" indent="-285750">
              <a:buFont typeface="Arial" panose="020B0604020202020204" pitchFamily="34" charset="0"/>
              <a:buChar char="•"/>
            </a:pPr>
            <a:r>
              <a:rPr lang="en-US" sz="1100" b="1" dirty="0">
                <a:solidFill>
                  <a:schemeClr val="tx1"/>
                </a:solidFill>
                <a:latin typeface="Source Sans 3"/>
                <a:ea typeface="Source Sans 3"/>
                <a:cs typeface="Source Sans 3"/>
                <a:sym typeface="Source Sans 3"/>
              </a:rPr>
              <a:t>m</a:t>
            </a:r>
            <a:r>
              <a:rPr lang="en" sz="1100" b="1" dirty="0">
                <a:solidFill>
                  <a:schemeClr val="tx1"/>
                </a:solidFill>
                <a:latin typeface="Source Sans 3"/>
                <a:ea typeface="Source Sans 3"/>
                <a:cs typeface="Source Sans 3"/>
                <a:sym typeface="Source Sans 3"/>
              </a:rPr>
              <a:t>ailing_list:</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mod_mbox:</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pipermail:</a:t>
            </a:r>
            <a:br>
              <a:rPr lang="en" sz="1100" b="1" dirty="0">
                <a:solidFill>
                  <a:schemeClr val="tx1"/>
                </a:solidFill>
                <a:latin typeface="Source Sans 3"/>
                <a:ea typeface="Source Sans 3"/>
                <a:cs typeface="Source Sans 3"/>
                <a:sym typeface="Source Sans 3"/>
              </a:rPr>
            </a:br>
            <a:r>
              <a:rPr lang="en" sz="1100" b="1" dirty="0">
                <a:solidFill>
                  <a:schemeClr val="tx1"/>
                </a:solidFill>
                <a:latin typeface="Source Sans 3"/>
                <a:ea typeface="Source Sans 3"/>
                <a:cs typeface="Source Sans 3"/>
                <a:sym typeface="Source Sans 3"/>
              </a:rPr>
              <a:t>        project_key_1:</a:t>
            </a:r>
          </a:p>
          <a:p>
            <a:endParaRPr lang="en" sz="1100" b="1" dirty="0">
              <a:solidFill>
                <a:schemeClr val="tx1"/>
              </a:solidFill>
              <a:latin typeface="Source Sans 3"/>
              <a:ea typeface="Source Sans 3"/>
              <a:cs typeface="Source Sans 3"/>
              <a:sym typeface="Source Sans 3"/>
            </a:endParaRPr>
          </a:p>
          <a:p>
            <a:r>
              <a:rPr lang="en-US" sz="1100" b="1" dirty="0">
                <a:solidFill>
                  <a:schemeClr val="tx1"/>
                </a:solidFill>
                <a:latin typeface="Source Sans 3"/>
                <a:ea typeface="Source Sans 3"/>
                <a:cs typeface="Source Sans 3"/>
                <a:sym typeface="Source Sans 3"/>
              </a:rPr>
              <a:t>             </a:t>
            </a:r>
          </a:p>
        </p:txBody>
      </p:sp>
      <p:sp>
        <p:nvSpPr>
          <p:cNvPr id="239" name="Google Shape;239;p18">
            <a:extLst>
              <a:ext uri="{FF2B5EF4-FFF2-40B4-BE49-F238E27FC236}">
                <a16:creationId xmlns:a16="http://schemas.microsoft.com/office/drawing/2014/main" id="{2F6C7C27-18F3-8E62-2146-D33D0328D682}"/>
              </a:ext>
            </a:extLst>
          </p:cNvPr>
          <p:cNvSpPr txBox="1"/>
          <p:nvPr/>
        </p:nvSpPr>
        <p:spPr>
          <a:xfrm>
            <a:off x="1035666" y="3988327"/>
            <a:ext cx="2205042"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b="1" dirty="0">
              <a:solidFill>
                <a:schemeClr val="tx1"/>
              </a:solidFill>
              <a:latin typeface="Source Sans 3"/>
              <a:ea typeface="Source Sans 3"/>
              <a:cs typeface="Source Sans 3"/>
              <a:sym typeface="Source Sans 3"/>
            </a:endParaRPr>
          </a:p>
        </p:txBody>
      </p:sp>
      <p:sp>
        <p:nvSpPr>
          <p:cNvPr id="240" name="Google Shape;240;p18">
            <a:extLst>
              <a:ext uri="{FF2B5EF4-FFF2-40B4-BE49-F238E27FC236}">
                <a16:creationId xmlns:a16="http://schemas.microsoft.com/office/drawing/2014/main" id="{2DAD3283-8A87-1182-8FA7-8E684AECF78A}"/>
              </a:ext>
            </a:extLst>
          </p:cNvPr>
          <p:cNvSpPr txBox="1"/>
          <p:nvPr/>
        </p:nvSpPr>
        <p:spPr>
          <a:xfrm>
            <a:off x="190069" y="7956567"/>
            <a:ext cx="4170519" cy="651414"/>
          </a:xfrm>
          <a:prstGeom prst="rect">
            <a:avLst/>
          </a:prstGeom>
          <a:noFill/>
          <a:ln>
            <a:noFill/>
          </a:ln>
        </p:spPr>
        <p:txBody>
          <a:bodyPr spcFirstLastPara="1" wrap="square" lIns="139677" tIns="139677" rIns="139677" bIns="139677" anchor="t" anchorCtr="0">
            <a:spAutoFit/>
          </a:bodyPr>
          <a:lstStyle/>
          <a:p>
            <a:pPr>
              <a:buClr>
                <a:schemeClr val="dk1"/>
              </a:buClr>
              <a:buSzPts val="1100"/>
            </a:pPr>
            <a:r>
              <a:rPr lang="en" sz="1200" dirty="0">
                <a:solidFill>
                  <a:schemeClr val="dk2"/>
                </a:solidFill>
                <a:latin typeface="Source Sans 3"/>
                <a:ea typeface="Source Sans 3"/>
                <a:cs typeface="Source Sans 3"/>
                <a:sym typeface="Source Sans 3"/>
              </a:rPr>
              <a:t>You should also specify the required external tools in tools.yml:</a:t>
            </a:r>
            <a:endParaRPr sz="1200" dirty="0">
              <a:solidFill>
                <a:schemeClr val="dk2"/>
              </a:solidFill>
              <a:latin typeface="Source Sans 3"/>
              <a:ea typeface="Source Sans 3"/>
              <a:cs typeface="Source Sans 3"/>
              <a:sym typeface="Source Sans 3"/>
            </a:endParaRPr>
          </a:p>
        </p:txBody>
      </p:sp>
      <p:sp>
        <p:nvSpPr>
          <p:cNvPr id="241" name="Google Shape;241;p18">
            <a:extLst>
              <a:ext uri="{FF2B5EF4-FFF2-40B4-BE49-F238E27FC236}">
                <a16:creationId xmlns:a16="http://schemas.microsoft.com/office/drawing/2014/main" id="{D7B54ED7-4D8D-C4AF-AF71-7B4712CD8881}"/>
              </a:ext>
            </a:extLst>
          </p:cNvPr>
          <p:cNvSpPr/>
          <p:nvPr/>
        </p:nvSpPr>
        <p:spPr>
          <a:xfrm>
            <a:off x="366097" y="9052442"/>
            <a:ext cx="3599079" cy="1019710"/>
          </a:xfrm>
          <a:prstGeom prst="rect">
            <a:avLst/>
          </a:prstGeom>
          <a:solidFill>
            <a:schemeClr val="lt1"/>
          </a:solidFill>
          <a:ln w="9525" cap="flat" cmpd="sng">
            <a:solidFill>
              <a:srgbClr val="E4E4E3"/>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42" name="Google Shape;242;p18">
            <a:extLst>
              <a:ext uri="{FF2B5EF4-FFF2-40B4-BE49-F238E27FC236}">
                <a16:creationId xmlns:a16="http://schemas.microsoft.com/office/drawing/2014/main" id="{F0534D39-7DDD-09CB-944E-0F1BE8BC9396}"/>
              </a:ext>
            </a:extLst>
          </p:cNvPr>
          <p:cNvSpPr txBox="1"/>
          <p:nvPr/>
        </p:nvSpPr>
        <p:spPr>
          <a:xfrm>
            <a:off x="0" y="9247241"/>
            <a:ext cx="4846757" cy="836080"/>
          </a:xfrm>
          <a:prstGeom prst="rect">
            <a:avLst/>
          </a:prstGeom>
          <a:noFill/>
          <a:ln>
            <a:noFill/>
          </a:ln>
        </p:spPr>
        <p:txBody>
          <a:bodyPr spcFirstLastPara="1" wrap="square" lIns="139677" tIns="139677" rIns="139677" bIns="139677" anchor="t" anchorCtr="0">
            <a:spAutoFit/>
          </a:bodyPr>
          <a:lstStyle/>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pysenti:</a:t>
            </a:r>
          </a:p>
          <a:p>
            <a:pPr marL="271643">
              <a:buClr>
                <a:schemeClr val="dk2"/>
              </a:buClr>
              <a:buSzPct val="100000"/>
            </a:pPr>
            <a:r>
              <a:rPr lang="en" sz="1200" b="1" dirty="0">
                <a:solidFill>
                  <a:schemeClr val="tx1"/>
                </a:solidFill>
                <a:latin typeface="Source Sans 3"/>
                <a:ea typeface="Source Sans 3"/>
                <a:cs typeface="Source Sans 3"/>
                <a:sym typeface="Source Sans 3"/>
              </a:rPr>
              <a:t>          </a:t>
            </a:r>
            <a:r>
              <a:rPr lang="fr-FR" sz="1200" b="1" dirty="0">
                <a:solidFill>
                  <a:schemeClr val="tx1"/>
                </a:solidFill>
                <a:latin typeface="Source Sans 3"/>
                <a:ea typeface="Source Sans 3"/>
                <a:cs typeface="Source Sans 3"/>
                <a:sym typeface="Source Sans 3"/>
              </a:rPr>
              <a:t>..\..\sentiment_classifier\exec\train_or_predict.py </a:t>
            </a:r>
          </a:p>
          <a:p>
            <a:pPr marL="557393" indent="-285750">
              <a:buClr>
                <a:schemeClr val="dk2"/>
              </a:buClr>
              <a:buSzPct val="100000"/>
              <a:buFont typeface="Arial" panose="020B0604020202020204" pitchFamily="34" charset="0"/>
              <a:buChar char="•"/>
            </a:pPr>
            <a:r>
              <a:rPr lang="en" sz="1200" b="1" dirty="0">
                <a:solidFill>
                  <a:schemeClr val="tx1"/>
                </a:solidFill>
                <a:latin typeface="Source Sans 3"/>
                <a:ea typeface="Source Sans 3"/>
                <a:cs typeface="Source Sans 3"/>
                <a:sym typeface="Source Sans 3"/>
              </a:rPr>
              <a:t>perceval: </a:t>
            </a:r>
            <a:endParaRPr sz="1200" b="1" dirty="0">
              <a:solidFill>
                <a:schemeClr val="tx1"/>
              </a:solidFill>
              <a:latin typeface="Source Sans 3"/>
              <a:ea typeface="Source Sans 3"/>
              <a:cs typeface="Source Sans 3"/>
              <a:sym typeface="Source Sans 3"/>
            </a:endParaRPr>
          </a:p>
        </p:txBody>
      </p:sp>
      <p:sp>
        <p:nvSpPr>
          <p:cNvPr id="243" name="Google Shape;243;p18">
            <a:extLst>
              <a:ext uri="{FF2B5EF4-FFF2-40B4-BE49-F238E27FC236}">
                <a16:creationId xmlns:a16="http://schemas.microsoft.com/office/drawing/2014/main" id="{EEB05D1A-12AF-9AC2-D38C-92CE2B25EF9A}"/>
              </a:ext>
            </a:extLst>
          </p:cNvPr>
          <p:cNvSpPr txBox="1"/>
          <p:nvPr/>
        </p:nvSpPr>
        <p:spPr>
          <a:xfrm>
            <a:off x="274320" y="8509492"/>
            <a:ext cx="3702543" cy="666803"/>
          </a:xfrm>
          <a:prstGeom prst="rect">
            <a:avLst/>
          </a:prstGeom>
          <a:noFill/>
          <a:ln>
            <a:noFill/>
          </a:ln>
        </p:spPr>
        <p:txBody>
          <a:bodyPr spcFirstLastPara="1" wrap="square" lIns="139677" tIns="139677" rIns="139677" bIns="139677" anchor="t" anchorCtr="0">
            <a:spAutoFit/>
          </a:bodyPr>
          <a:lstStyle/>
          <a:p>
            <a:r>
              <a:rPr lang="en" sz="2500" dirty="0">
                <a:solidFill>
                  <a:srgbClr val="628DB5"/>
                </a:solidFill>
                <a:latin typeface="Source Sans 3"/>
                <a:ea typeface="Source Sans 3"/>
                <a:cs typeface="Source Sans 3"/>
                <a:sym typeface="Source Sans 3"/>
              </a:rPr>
              <a:t>Tools Config Setup</a:t>
            </a:r>
            <a:endParaRPr sz="2500" dirty="0">
              <a:solidFill>
                <a:srgbClr val="628DB5"/>
              </a:solidFill>
              <a:latin typeface="Source Sans 3"/>
              <a:ea typeface="Source Sans 3"/>
              <a:cs typeface="Source Sans 3"/>
              <a:sym typeface="Source Sans 3"/>
            </a:endParaRPr>
          </a:p>
        </p:txBody>
      </p:sp>
      <p:sp>
        <p:nvSpPr>
          <p:cNvPr id="244" name="Google Shape;244;p18">
            <a:extLst>
              <a:ext uri="{FF2B5EF4-FFF2-40B4-BE49-F238E27FC236}">
                <a16:creationId xmlns:a16="http://schemas.microsoft.com/office/drawing/2014/main" id="{DCC8BFCE-6427-9E92-E8CF-4E56D5D57281}"/>
              </a:ext>
            </a:extLst>
          </p:cNvPr>
          <p:cNvSpPr txBox="1"/>
          <p:nvPr/>
        </p:nvSpPr>
        <p:spPr>
          <a:xfrm>
            <a:off x="1196058" y="8973991"/>
            <a:ext cx="1801990" cy="528303"/>
          </a:xfrm>
          <a:prstGeom prst="rect">
            <a:avLst/>
          </a:prstGeom>
          <a:noFill/>
          <a:ln>
            <a:noFill/>
          </a:ln>
        </p:spPr>
        <p:txBody>
          <a:bodyPr spcFirstLastPara="1" wrap="square" lIns="139677" tIns="139677" rIns="139677" bIns="139677" anchor="t" anchorCtr="0">
            <a:spAutoFit/>
          </a:bodyPr>
          <a:lstStyle/>
          <a:p>
            <a:pPr algn="ctr"/>
            <a:r>
              <a:rPr lang="en" sz="1600" b="1" dirty="0">
                <a:solidFill>
                  <a:schemeClr val="tx1"/>
                </a:solidFill>
                <a:latin typeface="Source Sans 3"/>
                <a:ea typeface="Source Sans 3"/>
                <a:cs typeface="Source Sans 3"/>
                <a:sym typeface="Source Sans 3"/>
              </a:rPr>
              <a:t>Required Fields</a:t>
            </a:r>
            <a:endParaRPr sz="1600" dirty="0">
              <a:solidFill>
                <a:schemeClr val="tx1"/>
              </a:solidFill>
              <a:latin typeface="Source Sans 3"/>
              <a:ea typeface="Source Sans 3"/>
              <a:cs typeface="Source Sans 3"/>
              <a:sym typeface="Source Sans 3"/>
            </a:endParaRPr>
          </a:p>
        </p:txBody>
      </p:sp>
      <p:sp>
        <p:nvSpPr>
          <p:cNvPr id="324" name="Google Shape;324;p18">
            <a:extLst>
              <a:ext uri="{FF2B5EF4-FFF2-40B4-BE49-F238E27FC236}">
                <a16:creationId xmlns:a16="http://schemas.microsoft.com/office/drawing/2014/main" id="{5322A7A4-F27E-4DF5-4546-2E7C20A90823}"/>
              </a:ext>
            </a:extLst>
          </p:cNvPr>
          <p:cNvSpPr/>
          <p:nvPr/>
        </p:nvSpPr>
        <p:spPr>
          <a:xfrm>
            <a:off x="4317379" y="3811087"/>
            <a:ext cx="678035" cy="3387142"/>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5" name="Google Shape;325;p18">
            <a:extLst>
              <a:ext uri="{FF2B5EF4-FFF2-40B4-BE49-F238E27FC236}">
                <a16:creationId xmlns:a16="http://schemas.microsoft.com/office/drawing/2014/main" id="{19B4817A-ECDF-9826-59BA-644D3E5BCAC6}"/>
              </a:ext>
            </a:extLst>
          </p:cNvPr>
          <p:cNvSpPr txBox="1"/>
          <p:nvPr/>
        </p:nvSpPr>
        <p:spPr>
          <a:xfrm>
            <a:off x="4182474" y="3529454"/>
            <a:ext cx="101622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Comments</a:t>
            </a:r>
            <a:endParaRPr sz="1200" dirty="0">
              <a:solidFill>
                <a:schemeClr val="dk2"/>
              </a:solidFill>
              <a:latin typeface="Source Sans 3"/>
              <a:ea typeface="Source Sans 3"/>
              <a:cs typeface="Source Sans 3"/>
              <a:sym typeface="Source Sans 3"/>
            </a:endParaRPr>
          </a:p>
        </p:txBody>
      </p:sp>
      <p:sp>
        <p:nvSpPr>
          <p:cNvPr id="326" name="Google Shape;326;p18">
            <a:extLst>
              <a:ext uri="{FF2B5EF4-FFF2-40B4-BE49-F238E27FC236}">
                <a16:creationId xmlns:a16="http://schemas.microsoft.com/office/drawing/2014/main" id="{B7B7D331-336D-A75E-2C1A-A32FA64F7BB6}"/>
              </a:ext>
            </a:extLst>
          </p:cNvPr>
          <p:cNvSpPr/>
          <p:nvPr/>
        </p:nvSpPr>
        <p:spPr>
          <a:xfrm>
            <a:off x="4194019" y="3252136"/>
            <a:ext cx="5130353" cy="4249994"/>
          </a:xfrm>
          <a:prstGeom prst="rect">
            <a:avLst/>
          </a:prstGeom>
          <a:noFill/>
          <a:ln w="9525" cap="flat" cmpd="sng">
            <a:solidFill>
              <a:schemeClr val="dk2"/>
            </a:solidFill>
            <a:prstDash val="dash"/>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27" name="Google Shape;327;p18">
            <a:extLst>
              <a:ext uri="{FF2B5EF4-FFF2-40B4-BE49-F238E27FC236}">
                <a16:creationId xmlns:a16="http://schemas.microsoft.com/office/drawing/2014/main" id="{21796620-378C-776A-B1AB-5699F313D3B4}"/>
              </a:ext>
            </a:extLst>
          </p:cNvPr>
          <p:cNvSpPr/>
          <p:nvPr/>
        </p:nvSpPr>
        <p:spPr>
          <a:xfrm>
            <a:off x="5354454" y="4763362"/>
            <a:ext cx="1008333" cy="824083"/>
          </a:xfrm>
          <a:prstGeom prst="rect">
            <a:avLst/>
          </a:prstGeom>
          <a:noFill/>
          <a:ln w="8175" cap="flat" cmpd="sng">
            <a:solidFill>
              <a:schemeClr val="dk2"/>
            </a:solidFill>
            <a:prstDash val="solid"/>
            <a:round/>
            <a:headEnd type="none" w="sm" len="sm"/>
            <a:tailEnd type="none" w="sm" len="sm"/>
          </a:ln>
        </p:spPr>
        <p:txBody>
          <a:bodyPr spcFirstLastPara="1" wrap="square" lIns="119816" tIns="119816" rIns="119816" bIns="119816" anchor="ctr" anchorCtr="0">
            <a:noAutofit/>
          </a:bodyPr>
          <a:lstStyle/>
          <a:p>
            <a:pPr algn="ctr"/>
            <a:endParaRPr sz="1835"/>
          </a:p>
        </p:txBody>
      </p:sp>
      <p:sp>
        <p:nvSpPr>
          <p:cNvPr id="328" name="Google Shape;328;p18">
            <a:extLst>
              <a:ext uri="{FF2B5EF4-FFF2-40B4-BE49-F238E27FC236}">
                <a16:creationId xmlns:a16="http://schemas.microsoft.com/office/drawing/2014/main" id="{1E8B5BF2-8139-1353-9570-B4E32B4CAD0B}"/>
              </a:ext>
            </a:extLst>
          </p:cNvPr>
          <p:cNvSpPr txBox="1"/>
          <p:nvPr/>
        </p:nvSpPr>
        <p:spPr>
          <a:xfrm>
            <a:off x="5296279" y="4760563"/>
            <a:ext cx="1160964"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sailuh/kaiaulu</a:t>
            </a:r>
            <a:endParaRPr sz="1200" dirty="0">
              <a:solidFill>
                <a:schemeClr val="dk2"/>
              </a:solidFill>
              <a:latin typeface="Source Sans 3"/>
              <a:ea typeface="Source Sans 3"/>
              <a:cs typeface="Source Sans 3"/>
              <a:sym typeface="Source Sans 3"/>
            </a:endParaRPr>
          </a:p>
        </p:txBody>
      </p:sp>
      <p:cxnSp>
        <p:nvCxnSpPr>
          <p:cNvPr id="329" name="Google Shape;329;p18">
            <a:extLst>
              <a:ext uri="{FF2B5EF4-FFF2-40B4-BE49-F238E27FC236}">
                <a16:creationId xmlns:a16="http://schemas.microsoft.com/office/drawing/2014/main" id="{A1194851-6D13-2E62-F107-C71A57B47CDE}"/>
              </a:ext>
            </a:extLst>
          </p:cNvPr>
          <p:cNvCxnSpPr>
            <a:cxnSpLocks/>
          </p:cNvCxnSpPr>
          <p:nvPr/>
        </p:nvCxnSpPr>
        <p:spPr>
          <a:xfrm>
            <a:off x="5952575" y="5592096"/>
            <a:ext cx="0" cy="722646"/>
          </a:xfrm>
          <a:prstGeom prst="straightConnector1">
            <a:avLst/>
          </a:prstGeom>
          <a:noFill/>
          <a:ln w="8175" cap="flat" cmpd="sng">
            <a:solidFill>
              <a:schemeClr val="dk2"/>
            </a:solidFill>
            <a:prstDash val="solid"/>
            <a:round/>
            <a:headEnd type="none" w="med" len="med"/>
            <a:tailEnd type="triangle" w="med" len="med"/>
          </a:ln>
        </p:spPr>
      </p:cxnSp>
      <p:sp>
        <p:nvSpPr>
          <p:cNvPr id="330" name="Google Shape;330;p18">
            <a:extLst>
              <a:ext uri="{FF2B5EF4-FFF2-40B4-BE49-F238E27FC236}">
                <a16:creationId xmlns:a16="http://schemas.microsoft.com/office/drawing/2014/main" id="{AA816F21-6D3A-9E99-55E5-0583DD1ECC53}"/>
              </a:ext>
            </a:extLst>
          </p:cNvPr>
          <p:cNvSpPr txBox="1"/>
          <p:nvPr/>
        </p:nvSpPr>
        <p:spPr>
          <a:xfrm>
            <a:off x="5033888" y="6240716"/>
            <a:ext cx="1929855" cy="426638"/>
          </a:xfrm>
          <a:prstGeom prst="rect">
            <a:avLst/>
          </a:prstGeom>
          <a:noFill/>
          <a:ln>
            <a:noFill/>
          </a:ln>
        </p:spPr>
        <p:txBody>
          <a:bodyPr spcFirstLastPara="1" wrap="square" lIns="119816" tIns="119816" rIns="119816" bIns="119816" anchor="t" anchorCtr="0">
            <a:spAutoFit/>
          </a:bodyPr>
          <a:lstStyle/>
          <a:p>
            <a:r>
              <a:rPr lang="en" sz="1200" dirty="0">
                <a:solidFill>
                  <a:srgbClr val="628DB5"/>
                </a:solidFill>
                <a:latin typeface="Source Sans 3"/>
                <a:ea typeface="Source Sans 3"/>
                <a:cs typeface="Source Sans 3"/>
                <a:sym typeface="Source Sans 3"/>
              </a:rPr>
              <a:t>engagement_sentiment()</a:t>
            </a:r>
            <a:endParaRPr sz="1200" dirty="0">
              <a:solidFill>
                <a:srgbClr val="628DB5"/>
              </a:solidFill>
              <a:latin typeface="Source Sans 3"/>
              <a:ea typeface="Source Sans 3"/>
              <a:cs typeface="Source Sans 3"/>
              <a:sym typeface="Source Sans 3"/>
            </a:endParaRPr>
          </a:p>
        </p:txBody>
      </p:sp>
      <p:sp>
        <p:nvSpPr>
          <p:cNvPr id="331" name="Google Shape;331;p18">
            <a:extLst>
              <a:ext uri="{FF2B5EF4-FFF2-40B4-BE49-F238E27FC236}">
                <a16:creationId xmlns:a16="http://schemas.microsoft.com/office/drawing/2014/main" id="{8D9FB723-5D1D-6EDF-D2FB-F203561D5C7F}"/>
              </a:ext>
            </a:extLst>
          </p:cNvPr>
          <p:cNvSpPr/>
          <p:nvPr/>
        </p:nvSpPr>
        <p:spPr>
          <a:xfrm>
            <a:off x="7515948" y="4775173"/>
            <a:ext cx="1769547" cy="846542"/>
          </a:xfrm>
          <a:prstGeom prst="rect">
            <a:avLst/>
          </a:prstGeom>
          <a:noFill/>
          <a:ln w="8200" cap="flat" cmpd="sng">
            <a:solidFill>
              <a:schemeClr val="dk2"/>
            </a:solidFill>
            <a:prstDash val="solid"/>
            <a:round/>
            <a:headEnd type="none" w="sm" len="sm"/>
            <a:tailEnd type="none" w="sm" len="sm"/>
          </a:ln>
        </p:spPr>
        <p:txBody>
          <a:bodyPr spcFirstLastPara="1" wrap="square" lIns="120389" tIns="120389" rIns="120389" bIns="120389" anchor="ctr" anchorCtr="0">
            <a:noAutofit/>
          </a:bodyPr>
          <a:lstStyle/>
          <a:p>
            <a:pPr algn="ctr"/>
            <a:endParaRPr sz="1844"/>
          </a:p>
        </p:txBody>
      </p:sp>
      <p:sp>
        <p:nvSpPr>
          <p:cNvPr id="332" name="Google Shape;332;p18">
            <a:extLst>
              <a:ext uri="{FF2B5EF4-FFF2-40B4-BE49-F238E27FC236}">
                <a16:creationId xmlns:a16="http://schemas.microsoft.com/office/drawing/2014/main" id="{A393435B-7925-2CF9-25C3-B5DC33364087}"/>
              </a:ext>
            </a:extLst>
          </p:cNvPr>
          <p:cNvSpPr txBox="1"/>
          <p:nvPr/>
        </p:nvSpPr>
        <p:spPr>
          <a:xfrm>
            <a:off x="7418473" y="4760563"/>
            <a:ext cx="2000373" cy="427795"/>
          </a:xfrm>
          <a:prstGeom prst="rect">
            <a:avLst/>
          </a:prstGeom>
          <a:noFill/>
          <a:ln>
            <a:noFill/>
          </a:ln>
        </p:spPr>
        <p:txBody>
          <a:bodyPr spcFirstLastPara="1" wrap="square" lIns="120389" tIns="120389" rIns="120389" bIns="120389" anchor="t" anchorCtr="0">
            <a:spAutoFit/>
          </a:bodyPr>
          <a:lstStyle/>
          <a:p>
            <a:r>
              <a:rPr lang="en" sz="1200" dirty="0">
                <a:solidFill>
                  <a:schemeClr val="dk2"/>
                </a:solidFill>
                <a:latin typeface="Source Sans 3"/>
                <a:ea typeface="Source Sans 3"/>
                <a:cs typeface="Source Sans 3"/>
                <a:sym typeface="Source Sans 3"/>
              </a:rPr>
              <a:t>sailuh/sentiment_classifier</a:t>
            </a:r>
            <a:endParaRPr sz="1200" dirty="0">
              <a:solidFill>
                <a:schemeClr val="dk2"/>
              </a:solidFill>
              <a:latin typeface="Source Sans 3"/>
              <a:ea typeface="Source Sans 3"/>
              <a:cs typeface="Source Sans 3"/>
              <a:sym typeface="Source Sans 3"/>
            </a:endParaRPr>
          </a:p>
        </p:txBody>
      </p:sp>
      <p:cxnSp>
        <p:nvCxnSpPr>
          <p:cNvPr id="333" name="Google Shape;333;p18">
            <a:extLst>
              <a:ext uri="{FF2B5EF4-FFF2-40B4-BE49-F238E27FC236}">
                <a16:creationId xmlns:a16="http://schemas.microsoft.com/office/drawing/2014/main" id="{3F71910C-F125-CA4B-BAD6-36060544B336}"/>
              </a:ext>
            </a:extLst>
          </p:cNvPr>
          <p:cNvCxnSpPr/>
          <p:nvPr/>
        </p:nvCxnSpPr>
        <p:spPr>
          <a:xfrm rot="10800000" flipH="1">
            <a:off x="6492442" y="5143335"/>
            <a:ext cx="966625" cy="1375"/>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18">
            <a:extLst>
              <a:ext uri="{FF2B5EF4-FFF2-40B4-BE49-F238E27FC236}">
                <a16:creationId xmlns:a16="http://schemas.microsoft.com/office/drawing/2014/main" id="{8651D400-6C37-A164-CB04-AD310A5CD0F3}"/>
              </a:ext>
            </a:extLst>
          </p:cNvPr>
          <p:cNvCxnSpPr/>
          <p:nvPr/>
        </p:nvCxnSpPr>
        <p:spPr>
          <a:xfrm rot="10800000">
            <a:off x="6476284" y="5379894"/>
            <a:ext cx="966625" cy="1375"/>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18">
            <a:extLst>
              <a:ext uri="{FF2B5EF4-FFF2-40B4-BE49-F238E27FC236}">
                <a16:creationId xmlns:a16="http://schemas.microsoft.com/office/drawing/2014/main" id="{63541B82-28FF-8C39-6A4A-519A3653257D}"/>
              </a:ext>
            </a:extLst>
          </p:cNvPr>
          <p:cNvSpPr txBox="1"/>
          <p:nvPr/>
        </p:nvSpPr>
        <p:spPr>
          <a:xfrm>
            <a:off x="6727292" y="5490832"/>
            <a:ext cx="645652" cy="426638"/>
          </a:xfrm>
          <a:prstGeom prst="rect">
            <a:avLst/>
          </a:prstGeom>
          <a:noFill/>
          <a:ln>
            <a:noFill/>
          </a:ln>
        </p:spPr>
        <p:txBody>
          <a:bodyPr spcFirstLastPara="1" wrap="square" lIns="119816" tIns="119816" rIns="119816" bIns="119816" anchor="t" anchorCtr="0">
            <a:spAutoFit/>
          </a:bodyPr>
          <a:lstStyle/>
          <a:p>
            <a:r>
              <a:rPr lang="en" sz="1200">
                <a:solidFill>
                  <a:schemeClr val="dk2"/>
                </a:solidFill>
                <a:latin typeface="Source Sans 3"/>
                <a:ea typeface="Source Sans 3"/>
                <a:cs typeface="Source Sans 3"/>
                <a:sym typeface="Source Sans 3"/>
              </a:rPr>
              <a:t>label</a:t>
            </a:r>
            <a:endParaRPr sz="1200">
              <a:solidFill>
                <a:schemeClr val="dk2"/>
              </a:solidFill>
              <a:latin typeface="Source Sans 3"/>
              <a:ea typeface="Source Sans 3"/>
              <a:cs typeface="Source Sans 3"/>
              <a:sym typeface="Source Sans 3"/>
            </a:endParaRPr>
          </a:p>
        </p:txBody>
      </p:sp>
      <p:sp>
        <p:nvSpPr>
          <p:cNvPr id="337" name="Google Shape;337;p18">
            <a:extLst>
              <a:ext uri="{FF2B5EF4-FFF2-40B4-BE49-F238E27FC236}">
                <a16:creationId xmlns:a16="http://schemas.microsoft.com/office/drawing/2014/main" id="{65974765-C3D8-DC3E-7D43-48BE860AE22B}"/>
              </a:ext>
            </a:extLst>
          </p:cNvPr>
          <p:cNvSpPr txBox="1"/>
          <p:nvPr/>
        </p:nvSpPr>
        <p:spPr>
          <a:xfrm>
            <a:off x="6277667" y="4670030"/>
            <a:ext cx="1331930"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pysenti_predict()</a:t>
            </a:r>
            <a:endParaRPr sz="1200" dirty="0">
              <a:solidFill>
                <a:schemeClr val="dk2"/>
              </a:solidFill>
              <a:latin typeface="Source Sans 3"/>
              <a:ea typeface="Source Sans 3"/>
              <a:cs typeface="Source Sans 3"/>
              <a:sym typeface="Source Sans 3"/>
            </a:endParaRPr>
          </a:p>
        </p:txBody>
      </p:sp>
      <p:sp>
        <p:nvSpPr>
          <p:cNvPr id="342" name="Google Shape;342;p18">
            <a:extLst>
              <a:ext uri="{FF2B5EF4-FFF2-40B4-BE49-F238E27FC236}">
                <a16:creationId xmlns:a16="http://schemas.microsoft.com/office/drawing/2014/main" id="{DC28133A-639B-19AA-16AC-64C63E9EC678}"/>
              </a:ext>
            </a:extLst>
          </p:cNvPr>
          <p:cNvSpPr/>
          <p:nvPr/>
        </p:nvSpPr>
        <p:spPr>
          <a:xfrm>
            <a:off x="6544679" y="5809831"/>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43" name="Google Shape;343;p18">
            <a:extLst>
              <a:ext uri="{FF2B5EF4-FFF2-40B4-BE49-F238E27FC236}">
                <a16:creationId xmlns:a16="http://schemas.microsoft.com/office/drawing/2014/main" id="{76967EAB-3C79-D80B-9FC1-D1350B0F0683}"/>
              </a:ext>
            </a:extLst>
          </p:cNvPr>
          <p:cNvSpPr txBox="1"/>
          <p:nvPr/>
        </p:nvSpPr>
        <p:spPr>
          <a:xfrm>
            <a:off x="4467992" y="3404779"/>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(1)</a:t>
            </a:r>
            <a:endParaRPr sz="1200" dirty="0">
              <a:solidFill>
                <a:schemeClr val="dk2"/>
              </a:solidFill>
              <a:latin typeface="Source Sans 3"/>
              <a:ea typeface="Source Sans 3"/>
              <a:cs typeface="Source Sans 3"/>
              <a:sym typeface="Source Sans 3"/>
            </a:endParaRPr>
          </a:p>
        </p:txBody>
      </p:sp>
      <p:sp>
        <p:nvSpPr>
          <p:cNvPr id="344" name="Google Shape;344;p18">
            <a:extLst>
              <a:ext uri="{FF2B5EF4-FFF2-40B4-BE49-F238E27FC236}">
                <a16:creationId xmlns:a16="http://schemas.microsoft.com/office/drawing/2014/main" id="{9A28E161-8D1E-4767-567B-4F0BDA6FE823}"/>
              </a:ext>
            </a:extLst>
          </p:cNvPr>
          <p:cNvSpPr txBox="1"/>
          <p:nvPr/>
        </p:nvSpPr>
        <p:spPr>
          <a:xfrm>
            <a:off x="6754055" y="4841983"/>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(2)</a:t>
            </a:r>
            <a:endParaRPr sz="1200" dirty="0">
              <a:solidFill>
                <a:schemeClr val="dk2"/>
              </a:solidFill>
              <a:latin typeface="Source Sans 3"/>
              <a:ea typeface="Source Sans 3"/>
              <a:cs typeface="Source Sans 3"/>
              <a:sym typeface="Source Sans 3"/>
            </a:endParaRPr>
          </a:p>
        </p:txBody>
      </p:sp>
      <p:sp>
        <p:nvSpPr>
          <p:cNvPr id="345" name="Google Shape;345;p18">
            <a:extLst>
              <a:ext uri="{FF2B5EF4-FFF2-40B4-BE49-F238E27FC236}">
                <a16:creationId xmlns:a16="http://schemas.microsoft.com/office/drawing/2014/main" id="{3428B935-8BD8-820D-B3CF-3E297E973099}"/>
              </a:ext>
            </a:extLst>
          </p:cNvPr>
          <p:cNvSpPr txBox="1"/>
          <p:nvPr/>
        </p:nvSpPr>
        <p:spPr>
          <a:xfrm>
            <a:off x="6786908" y="5306731"/>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(4)</a:t>
            </a:r>
            <a:endParaRPr sz="1200" dirty="0">
              <a:solidFill>
                <a:schemeClr val="dk2"/>
              </a:solidFill>
              <a:latin typeface="Source Sans 3"/>
              <a:ea typeface="Source Sans 3"/>
              <a:cs typeface="Source Sans 3"/>
              <a:sym typeface="Source Sans 3"/>
            </a:endParaRPr>
          </a:p>
        </p:txBody>
      </p:sp>
      <p:sp>
        <p:nvSpPr>
          <p:cNvPr id="346" name="Google Shape;346;p18">
            <a:extLst>
              <a:ext uri="{FF2B5EF4-FFF2-40B4-BE49-F238E27FC236}">
                <a16:creationId xmlns:a16="http://schemas.microsoft.com/office/drawing/2014/main" id="{3F2DD0C9-6926-9226-658E-4CB377FFCB21}"/>
              </a:ext>
            </a:extLst>
          </p:cNvPr>
          <p:cNvSpPr txBox="1"/>
          <p:nvPr/>
        </p:nvSpPr>
        <p:spPr>
          <a:xfrm>
            <a:off x="8152696" y="4942760"/>
            <a:ext cx="418917"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(3)</a:t>
            </a:r>
            <a:endParaRPr sz="1200" dirty="0">
              <a:solidFill>
                <a:schemeClr val="dk2"/>
              </a:solidFill>
              <a:latin typeface="Source Sans 3"/>
              <a:ea typeface="Source Sans 3"/>
              <a:cs typeface="Source Sans 3"/>
              <a:sym typeface="Source Sans 3"/>
            </a:endParaRPr>
          </a:p>
        </p:txBody>
      </p:sp>
      <p:sp>
        <p:nvSpPr>
          <p:cNvPr id="347" name="Google Shape;347;p18">
            <a:extLst>
              <a:ext uri="{FF2B5EF4-FFF2-40B4-BE49-F238E27FC236}">
                <a16:creationId xmlns:a16="http://schemas.microsoft.com/office/drawing/2014/main" id="{24AC6BDF-7B08-EC4A-F2BB-A221FF3B1B13}"/>
              </a:ext>
            </a:extLst>
          </p:cNvPr>
          <p:cNvSpPr>
            <a:spLocks noChangeAspect="1"/>
          </p:cNvSpPr>
          <p:nvPr/>
        </p:nvSpPr>
        <p:spPr>
          <a:xfrm>
            <a:off x="7823901" y="5269175"/>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49" name="Google Shape;349;p18">
            <a:extLst>
              <a:ext uri="{FF2B5EF4-FFF2-40B4-BE49-F238E27FC236}">
                <a16:creationId xmlns:a16="http://schemas.microsoft.com/office/drawing/2014/main" id="{B67CC23C-7820-2754-6977-29B7B746119B}"/>
              </a:ext>
            </a:extLst>
          </p:cNvPr>
          <p:cNvSpPr txBox="1"/>
          <p:nvPr/>
        </p:nvSpPr>
        <p:spPr>
          <a:xfrm>
            <a:off x="7737364" y="5219367"/>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cxnSp>
        <p:nvCxnSpPr>
          <p:cNvPr id="357" name="Google Shape;357;p18">
            <a:extLst>
              <a:ext uri="{FF2B5EF4-FFF2-40B4-BE49-F238E27FC236}">
                <a16:creationId xmlns:a16="http://schemas.microsoft.com/office/drawing/2014/main" id="{14353DC6-876C-B3FC-605E-D361B2046DC0}"/>
              </a:ext>
            </a:extLst>
          </p:cNvPr>
          <p:cNvCxnSpPr>
            <a:cxnSpLocks/>
            <a:stCxn id="327" idx="0"/>
          </p:cNvCxnSpPr>
          <p:nvPr/>
        </p:nvCxnSpPr>
        <p:spPr>
          <a:xfrm rot="5400000" flipH="1" flipV="1">
            <a:off x="7147220" y="3468807"/>
            <a:ext cx="5956" cy="2583154"/>
          </a:xfrm>
          <a:prstGeom prst="bentConnector3">
            <a:avLst>
              <a:gd name="adj1" fmla="val 3938146"/>
            </a:avLst>
          </a:prstGeom>
          <a:noFill/>
          <a:ln w="9525" cap="flat" cmpd="sng">
            <a:solidFill>
              <a:schemeClr val="dk2"/>
            </a:solidFill>
            <a:prstDash val="solid"/>
            <a:round/>
            <a:headEnd type="none" w="med" len="med"/>
            <a:tailEnd type="triangle" w="med" len="med"/>
          </a:ln>
        </p:spPr>
      </p:cxnSp>
      <p:sp>
        <p:nvSpPr>
          <p:cNvPr id="358" name="Google Shape;358;p18">
            <a:extLst>
              <a:ext uri="{FF2B5EF4-FFF2-40B4-BE49-F238E27FC236}">
                <a16:creationId xmlns:a16="http://schemas.microsoft.com/office/drawing/2014/main" id="{1B45B08D-1675-CF51-4F4A-65142C4D8901}"/>
              </a:ext>
            </a:extLst>
          </p:cNvPr>
          <p:cNvSpPr txBox="1"/>
          <p:nvPr/>
        </p:nvSpPr>
        <p:spPr>
          <a:xfrm>
            <a:off x="6221193" y="4208052"/>
            <a:ext cx="1814639"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pysenti_train_model()</a:t>
            </a:r>
            <a:endParaRPr sz="1200" dirty="0">
              <a:solidFill>
                <a:schemeClr val="dk2"/>
              </a:solidFill>
              <a:latin typeface="Source Sans 3"/>
              <a:ea typeface="Source Sans 3"/>
              <a:cs typeface="Source Sans 3"/>
              <a:sym typeface="Source Sans 3"/>
            </a:endParaRPr>
          </a:p>
        </p:txBody>
      </p:sp>
      <p:grpSp>
        <p:nvGrpSpPr>
          <p:cNvPr id="359" name="Google Shape;359;p18">
            <a:extLst>
              <a:ext uri="{FF2B5EF4-FFF2-40B4-BE49-F238E27FC236}">
                <a16:creationId xmlns:a16="http://schemas.microsoft.com/office/drawing/2014/main" id="{3F1F7670-7E5B-3014-E699-68130A36A786}"/>
              </a:ext>
            </a:extLst>
          </p:cNvPr>
          <p:cNvGrpSpPr/>
          <p:nvPr/>
        </p:nvGrpSpPr>
        <p:grpSpPr>
          <a:xfrm>
            <a:off x="4419669" y="4128741"/>
            <a:ext cx="469333" cy="289208"/>
            <a:chOff x="3007175" y="1757600"/>
            <a:chExt cx="307200" cy="189300"/>
          </a:xfrm>
        </p:grpSpPr>
        <p:sp>
          <p:nvSpPr>
            <p:cNvPr id="360" name="Google Shape;360;p18">
              <a:extLst>
                <a:ext uri="{FF2B5EF4-FFF2-40B4-BE49-F238E27FC236}">
                  <a16:creationId xmlns:a16="http://schemas.microsoft.com/office/drawing/2014/main" id="{72219DE9-32D5-E37D-9E10-77FD070CE05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1" name="Google Shape;361;p18">
              <a:extLst>
                <a:ext uri="{FF2B5EF4-FFF2-40B4-BE49-F238E27FC236}">
                  <a16:creationId xmlns:a16="http://schemas.microsoft.com/office/drawing/2014/main" id="{1EBB4147-3F02-DA9B-7B7D-1485C37D9D1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2" name="Google Shape;362;p18">
              <a:extLst>
                <a:ext uri="{FF2B5EF4-FFF2-40B4-BE49-F238E27FC236}">
                  <a16:creationId xmlns:a16="http://schemas.microsoft.com/office/drawing/2014/main" id="{7CD1E85B-07B2-48E5-188B-F0D15BE3781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3" name="Google Shape;363;p18">
              <a:extLst>
                <a:ext uri="{FF2B5EF4-FFF2-40B4-BE49-F238E27FC236}">
                  <a16:creationId xmlns:a16="http://schemas.microsoft.com/office/drawing/2014/main" id="{4EDF2055-2CD4-31D9-4A7B-D13B212CB4FA}"/>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64" name="Google Shape;364;p18">
              <a:extLst>
                <a:ext uri="{FF2B5EF4-FFF2-40B4-BE49-F238E27FC236}">
                  <a16:creationId xmlns:a16="http://schemas.microsoft.com/office/drawing/2014/main" id="{E5CCA4F4-A7E4-0812-0E05-16FFF55EF96D}"/>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18">
              <a:extLst>
                <a:ext uri="{FF2B5EF4-FFF2-40B4-BE49-F238E27FC236}">
                  <a16:creationId xmlns:a16="http://schemas.microsoft.com/office/drawing/2014/main" id="{245A51B7-98F2-D8FC-246C-C82E896E697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18">
              <a:extLst>
                <a:ext uri="{FF2B5EF4-FFF2-40B4-BE49-F238E27FC236}">
                  <a16:creationId xmlns:a16="http://schemas.microsoft.com/office/drawing/2014/main" id="{AD6FCB20-628E-C9FF-4192-44DAD54885F6}"/>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67" name="Google Shape;367;p18">
            <a:extLst>
              <a:ext uri="{FF2B5EF4-FFF2-40B4-BE49-F238E27FC236}">
                <a16:creationId xmlns:a16="http://schemas.microsoft.com/office/drawing/2014/main" id="{87DF8BD0-5FE8-902F-B8E6-A917A3D88659}"/>
              </a:ext>
            </a:extLst>
          </p:cNvPr>
          <p:cNvGrpSpPr/>
          <p:nvPr/>
        </p:nvGrpSpPr>
        <p:grpSpPr>
          <a:xfrm>
            <a:off x="4419669" y="4767178"/>
            <a:ext cx="469333" cy="289208"/>
            <a:chOff x="3007175" y="1757600"/>
            <a:chExt cx="307200" cy="189300"/>
          </a:xfrm>
        </p:grpSpPr>
        <p:sp>
          <p:nvSpPr>
            <p:cNvPr id="368" name="Google Shape;368;p18">
              <a:extLst>
                <a:ext uri="{FF2B5EF4-FFF2-40B4-BE49-F238E27FC236}">
                  <a16:creationId xmlns:a16="http://schemas.microsoft.com/office/drawing/2014/main" id="{B379C597-A4EB-CA4E-7138-25F999B2E650}"/>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69" name="Google Shape;369;p18">
              <a:extLst>
                <a:ext uri="{FF2B5EF4-FFF2-40B4-BE49-F238E27FC236}">
                  <a16:creationId xmlns:a16="http://schemas.microsoft.com/office/drawing/2014/main" id="{732D05AD-9F11-284C-8064-91FD86991C3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0" name="Google Shape;370;p18">
              <a:extLst>
                <a:ext uri="{FF2B5EF4-FFF2-40B4-BE49-F238E27FC236}">
                  <a16:creationId xmlns:a16="http://schemas.microsoft.com/office/drawing/2014/main" id="{02C9509F-59FC-3942-608A-66E39FA1FC1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71" name="Google Shape;371;p18">
              <a:extLst>
                <a:ext uri="{FF2B5EF4-FFF2-40B4-BE49-F238E27FC236}">
                  <a16:creationId xmlns:a16="http://schemas.microsoft.com/office/drawing/2014/main" id="{B27E45CB-7DC8-E716-4374-D6CD81D73D7D}"/>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72" name="Google Shape;372;p18">
              <a:extLst>
                <a:ext uri="{FF2B5EF4-FFF2-40B4-BE49-F238E27FC236}">
                  <a16:creationId xmlns:a16="http://schemas.microsoft.com/office/drawing/2014/main" id="{8838D185-A499-FB6F-0BD9-B0B94F1AEFA7}"/>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18">
              <a:extLst>
                <a:ext uri="{FF2B5EF4-FFF2-40B4-BE49-F238E27FC236}">
                  <a16:creationId xmlns:a16="http://schemas.microsoft.com/office/drawing/2014/main" id="{604D8E2A-0CE3-761D-591E-AC45ACB4A57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18">
              <a:extLst>
                <a:ext uri="{FF2B5EF4-FFF2-40B4-BE49-F238E27FC236}">
                  <a16:creationId xmlns:a16="http://schemas.microsoft.com/office/drawing/2014/main" id="{BB160E6E-BFE3-AB4B-4DC1-B10E610E123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5" name="Google Shape;375;p18">
            <a:extLst>
              <a:ext uri="{FF2B5EF4-FFF2-40B4-BE49-F238E27FC236}">
                <a16:creationId xmlns:a16="http://schemas.microsoft.com/office/drawing/2014/main" id="{3BD0ED18-1118-A536-4D4D-85DCCA5695F6}"/>
              </a:ext>
            </a:extLst>
          </p:cNvPr>
          <p:cNvSpPr txBox="1"/>
          <p:nvPr/>
        </p:nvSpPr>
        <p:spPr>
          <a:xfrm>
            <a:off x="4305039" y="3833636"/>
            <a:ext cx="699955"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GitHub</a:t>
            </a:r>
            <a:endParaRPr sz="1200" dirty="0">
              <a:solidFill>
                <a:schemeClr val="dk2"/>
              </a:solidFill>
              <a:latin typeface="Source Sans 3"/>
              <a:ea typeface="Source Sans 3"/>
              <a:cs typeface="Source Sans 3"/>
              <a:sym typeface="Source Sans 3"/>
            </a:endParaRPr>
          </a:p>
        </p:txBody>
      </p:sp>
      <p:sp>
        <p:nvSpPr>
          <p:cNvPr id="376" name="Google Shape;376;p18">
            <a:extLst>
              <a:ext uri="{FF2B5EF4-FFF2-40B4-BE49-F238E27FC236}">
                <a16:creationId xmlns:a16="http://schemas.microsoft.com/office/drawing/2014/main" id="{2A6F8587-5553-954D-CAEE-A5442B8EFD26}"/>
              </a:ext>
            </a:extLst>
          </p:cNvPr>
          <p:cNvSpPr txBox="1"/>
          <p:nvPr/>
        </p:nvSpPr>
        <p:spPr>
          <a:xfrm>
            <a:off x="4419669" y="4441294"/>
            <a:ext cx="541712" cy="426638"/>
          </a:xfrm>
          <a:prstGeom prst="rect">
            <a:avLst/>
          </a:prstGeom>
          <a:noFill/>
          <a:ln>
            <a:noFill/>
          </a:ln>
        </p:spPr>
        <p:txBody>
          <a:bodyPr spcFirstLastPara="1" wrap="square" lIns="119816" tIns="119816" rIns="119816" bIns="119816" anchor="t" anchorCtr="0">
            <a:spAutoFit/>
          </a:bodyPr>
          <a:lstStyle/>
          <a:p>
            <a:r>
              <a:rPr lang="en" sz="1200" dirty="0">
                <a:solidFill>
                  <a:schemeClr val="dk2"/>
                </a:solidFill>
                <a:latin typeface="Source Sans 3"/>
                <a:ea typeface="Source Sans 3"/>
                <a:cs typeface="Source Sans 3"/>
                <a:sym typeface="Source Sans 3"/>
              </a:rPr>
              <a:t>Jira</a:t>
            </a:r>
            <a:endParaRPr sz="1200" dirty="0">
              <a:solidFill>
                <a:schemeClr val="dk2"/>
              </a:solidFill>
              <a:latin typeface="Source Sans 3"/>
              <a:ea typeface="Source Sans 3"/>
              <a:cs typeface="Source Sans 3"/>
              <a:sym typeface="Source Sans 3"/>
            </a:endParaRPr>
          </a:p>
        </p:txBody>
      </p:sp>
      <p:grpSp>
        <p:nvGrpSpPr>
          <p:cNvPr id="377" name="Google Shape;377;p18">
            <a:extLst>
              <a:ext uri="{FF2B5EF4-FFF2-40B4-BE49-F238E27FC236}">
                <a16:creationId xmlns:a16="http://schemas.microsoft.com/office/drawing/2014/main" id="{A71DCCDB-69A7-8B02-AB3B-F8FC5CF98DD1}"/>
              </a:ext>
            </a:extLst>
          </p:cNvPr>
          <p:cNvGrpSpPr/>
          <p:nvPr/>
        </p:nvGrpSpPr>
        <p:grpSpPr>
          <a:xfrm>
            <a:off x="4419669" y="5653908"/>
            <a:ext cx="469333" cy="455125"/>
            <a:chOff x="3021975" y="2389850"/>
            <a:chExt cx="307200" cy="297900"/>
          </a:xfrm>
        </p:grpSpPr>
        <p:sp>
          <p:nvSpPr>
            <p:cNvPr id="378" name="Google Shape;378;p18">
              <a:extLst>
                <a:ext uri="{FF2B5EF4-FFF2-40B4-BE49-F238E27FC236}">
                  <a16:creationId xmlns:a16="http://schemas.microsoft.com/office/drawing/2014/main" id="{71F08942-F734-19C2-DADD-0D324BF33C31}"/>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grpSp>
          <p:nvGrpSpPr>
            <p:cNvPr id="379" name="Google Shape;379;p18">
              <a:extLst>
                <a:ext uri="{FF2B5EF4-FFF2-40B4-BE49-F238E27FC236}">
                  <a16:creationId xmlns:a16="http://schemas.microsoft.com/office/drawing/2014/main" id="{33F6E28D-198C-95A6-2DE2-2F34769654C6}"/>
                </a:ext>
              </a:extLst>
            </p:cNvPr>
            <p:cNvGrpSpPr/>
            <p:nvPr/>
          </p:nvGrpSpPr>
          <p:grpSpPr>
            <a:xfrm>
              <a:off x="3021975" y="2389850"/>
              <a:ext cx="307200" cy="295800"/>
              <a:chOff x="3021975" y="2389850"/>
              <a:chExt cx="307200" cy="295800"/>
            </a:xfrm>
          </p:grpSpPr>
          <p:sp>
            <p:nvSpPr>
              <p:cNvPr id="380" name="Google Shape;380;p18">
                <a:extLst>
                  <a:ext uri="{FF2B5EF4-FFF2-40B4-BE49-F238E27FC236}">
                    <a16:creationId xmlns:a16="http://schemas.microsoft.com/office/drawing/2014/main" id="{65508DC0-E26A-6CA6-E704-3122E3724A80}"/>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81" name="Google Shape;381;p18">
                <a:extLst>
                  <a:ext uri="{FF2B5EF4-FFF2-40B4-BE49-F238E27FC236}">
                    <a16:creationId xmlns:a16="http://schemas.microsoft.com/office/drawing/2014/main" id="{4D3DB35B-B194-9CAF-3411-6CB04949119A}"/>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2" name="Google Shape;382;p18">
                <a:extLst>
                  <a:ext uri="{FF2B5EF4-FFF2-40B4-BE49-F238E27FC236}">
                    <a16:creationId xmlns:a16="http://schemas.microsoft.com/office/drawing/2014/main" id="{3F4D22C7-E510-2D01-A5E1-4ABB49A06E79}"/>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18">
                <a:extLst>
                  <a:ext uri="{FF2B5EF4-FFF2-40B4-BE49-F238E27FC236}">
                    <a16:creationId xmlns:a16="http://schemas.microsoft.com/office/drawing/2014/main" id="{869FC0AE-C16C-2F46-0EC8-BA10769954F2}"/>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4" name="Google Shape;384;p18">
                <a:extLst>
                  <a:ext uri="{FF2B5EF4-FFF2-40B4-BE49-F238E27FC236}">
                    <a16:creationId xmlns:a16="http://schemas.microsoft.com/office/drawing/2014/main" id="{32F4A506-42C1-6676-6DF9-178B9189DF25}"/>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385" name="Google Shape;385;p18">
                <a:extLst>
                  <a:ext uri="{FF2B5EF4-FFF2-40B4-BE49-F238E27FC236}">
                    <a16:creationId xmlns:a16="http://schemas.microsoft.com/office/drawing/2014/main" id="{BEDF321A-9EF5-3A2A-F77B-C72DA0804AB8}"/>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18">
                <a:extLst>
                  <a:ext uri="{FF2B5EF4-FFF2-40B4-BE49-F238E27FC236}">
                    <a16:creationId xmlns:a16="http://schemas.microsoft.com/office/drawing/2014/main" id="{86BC4307-A8B3-EB81-9068-1058C2389C4D}"/>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18">
                <a:extLst>
                  <a:ext uri="{FF2B5EF4-FFF2-40B4-BE49-F238E27FC236}">
                    <a16:creationId xmlns:a16="http://schemas.microsoft.com/office/drawing/2014/main" id="{EE5ACB29-C0C3-302C-330C-30B9A0E4E807}"/>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88" name="Google Shape;388;p18">
            <a:extLst>
              <a:ext uri="{FF2B5EF4-FFF2-40B4-BE49-F238E27FC236}">
                <a16:creationId xmlns:a16="http://schemas.microsoft.com/office/drawing/2014/main" id="{9A0CBAB1-4B51-47BD-F6E9-B4F6C02E211A}"/>
              </a:ext>
            </a:extLst>
          </p:cNvPr>
          <p:cNvSpPr txBox="1"/>
          <p:nvPr/>
        </p:nvSpPr>
        <p:spPr>
          <a:xfrm>
            <a:off x="4227782" y="5142698"/>
            <a:ext cx="870375" cy="611304"/>
          </a:xfrm>
          <a:prstGeom prst="rect">
            <a:avLst/>
          </a:prstGeom>
          <a:noFill/>
          <a:ln>
            <a:noFill/>
          </a:ln>
        </p:spPr>
        <p:txBody>
          <a:bodyPr spcFirstLastPara="1" wrap="square" lIns="119816" tIns="119816" rIns="119816" bIns="119816" anchor="t" anchorCtr="0">
            <a:spAutoFit/>
          </a:bodyPr>
          <a:lstStyle/>
          <a:p>
            <a:pPr algn="ctr"/>
            <a:r>
              <a:rPr lang="en" sz="1200" dirty="0">
                <a:solidFill>
                  <a:schemeClr val="dk2"/>
                </a:solidFill>
                <a:latin typeface="Source Sans 3"/>
                <a:ea typeface="Source Sans 3"/>
                <a:cs typeface="Source Sans 3"/>
                <a:sym typeface="Source Sans 3"/>
              </a:rPr>
              <a:t>Mailing Lists</a:t>
            </a:r>
            <a:endParaRPr sz="1200" dirty="0">
              <a:solidFill>
                <a:schemeClr val="dk2"/>
              </a:solidFill>
              <a:latin typeface="Source Sans 3"/>
              <a:ea typeface="Source Sans 3"/>
              <a:cs typeface="Source Sans 3"/>
              <a:sym typeface="Source Sans 3"/>
            </a:endParaRPr>
          </a:p>
        </p:txBody>
      </p:sp>
      <p:cxnSp>
        <p:nvCxnSpPr>
          <p:cNvPr id="389" name="Google Shape;389;p18">
            <a:extLst>
              <a:ext uri="{FF2B5EF4-FFF2-40B4-BE49-F238E27FC236}">
                <a16:creationId xmlns:a16="http://schemas.microsoft.com/office/drawing/2014/main" id="{78ECE437-E8D0-9BFA-B193-5AB5158D3BD7}"/>
              </a:ext>
            </a:extLst>
          </p:cNvPr>
          <p:cNvCxnSpPr>
            <a:cxnSpLocks/>
          </p:cNvCxnSpPr>
          <p:nvPr/>
        </p:nvCxnSpPr>
        <p:spPr>
          <a:xfrm>
            <a:off x="4645700" y="6271339"/>
            <a:ext cx="0" cy="342265"/>
          </a:xfrm>
          <a:prstGeom prst="straightConnector1">
            <a:avLst/>
          </a:prstGeom>
          <a:noFill/>
          <a:ln w="28575" cap="flat" cmpd="sng">
            <a:solidFill>
              <a:schemeClr val="dk2"/>
            </a:solidFill>
            <a:prstDash val="dot"/>
            <a:round/>
            <a:headEnd type="none" w="med" len="med"/>
            <a:tailEnd type="none" w="med" len="med"/>
          </a:ln>
        </p:spPr>
      </p:cxnSp>
      <p:sp>
        <p:nvSpPr>
          <p:cNvPr id="390" name="Google Shape;390;p18">
            <a:extLst>
              <a:ext uri="{FF2B5EF4-FFF2-40B4-BE49-F238E27FC236}">
                <a16:creationId xmlns:a16="http://schemas.microsoft.com/office/drawing/2014/main" id="{BC559C0F-23E4-2A82-91EC-B39D3A464B8C}"/>
              </a:ext>
            </a:extLst>
          </p:cNvPr>
          <p:cNvSpPr/>
          <p:nvPr/>
        </p:nvSpPr>
        <p:spPr>
          <a:xfrm>
            <a:off x="4425267" y="6694829"/>
            <a:ext cx="469333" cy="28920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394" name="Google Shape;394;p18">
            <a:extLst>
              <a:ext uri="{FF2B5EF4-FFF2-40B4-BE49-F238E27FC236}">
                <a16:creationId xmlns:a16="http://schemas.microsoft.com/office/drawing/2014/main" id="{E7448C42-070D-E355-74BE-305BF017E3BF}"/>
              </a:ext>
            </a:extLst>
          </p:cNvPr>
          <p:cNvSpPr txBox="1"/>
          <p:nvPr/>
        </p:nvSpPr>
        <p:spPr>
          <a:xfrm>
            <a:off x="5815821" y="2905335"/>
            <a:ext cx="1886747" cy="28920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a:ea typeface="Source Sans 3"/>
                <a:cs typeface="Source Sans 3"/>
                <a:sym typeface="Source Sans 3"/>
              </a:rPr>
              <a:t>sentiment_analysis.Rmd</a:t>
            </a:r>
            <a:endParaRPr sz="1200" dirty="0">
              <a:solidFill>
                <a:schemeClr val="dk2"/>
              </a:solidFill>
              <a:latin typeface="Source Sans 3"/>
              <a:ea typeface="Source Sans 3"/>
              <a:cs typeface="Source Sans 3"/>
              <a:sym typeface="Source Sans 3"/>
            </a:endParaRPr>
          </a:p>
        </p:txBody>
      </p:sp>
      <p:sp>
        <p:nvSpPr>
          <p:cNvPr id="219" name="Google Shape;347;p18">
            <a:extLst>
              <a:ext uri="{FF2B5EF4-FFF2-40B4-BE49-F238E27FC236}">
                <a16:creationId xmlns:a16="http://schemas.microsoft.com/office/drawing/2014/main" id="{D43ABD0A-DE48-9796-3B0B-E8A0BC81C535}"/>
              </a:ext>
            </a:extLst>
          </p:cNvPr>
          <p:cNvSpPr>
            <a:spLocks noChangeAspect="1"/>
          </p:cNvSpPr>
          <p:nvPr/>
        </p:nvSpPr>
        <p:spPr>
          <a:xfrm>
            <a:off x="8123938" y="5269175"/>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7" name="Google Shape;347;p18">
            <a:extLst>
              <a:ext uri="{FF2B5EF4-FFF2-40B4-BE49-F238E27FC236}">
                <a16:creationId xmlns:a16="http://schemas.microsoft.com/office/drawing/2014/main" id="{6D1D40C7-B0ED-478D-6716-6A1CD8A2C005}"/>
              </a:ext>
            </a:extLst>
          </p:cNvPr>
          <p:cNvSpPr>
            <a:spLocks noChangeAspect="1"/>
          </p:cNvSpPr>
          <p:nvPr/>
        </p:nvSpPr>
        <p:spPr>
          <a:xfrm>
            <a:off x="8423975" y="5268369"/>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398" name="Google Shape;347;p18">
            <a:extLst>
              <a:ext uri="{FF2B5EF4-FFF2-40B4-BE49-F238E27FC236}">
                <a16:creationId xmlns:a16="http://schemas.microsoft.com/office/drawing/2014/main" id="{BF8DA687-C9B5-79A8-D98C-DE2014BCE219}"/>
              </a:ext>
            </a:extLst>
          </p:cNvPr>
          <p:cNvSpPr>
            <a:spLocks noChangeAspect="1"/>
          </p:cNvSpPr>
          <p:nvPr/>
        </p:nvSpPr>
        <p:spPr>
          <a:xfrm>
            <a:off x="8724042" y="5269175"/>
            <a:ext cx="287942" cy="259172"/>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917"/>
          </a:p>
        </p:txBody>
      </p:sp>
      <p:sp>
        <p:nvSpPr>
          <p:cNvPr id="400" name="Google Shape;349;p18">
            <a:extLst>
              <a:ext uri="{FF2B5EF4-FFF2-40B4-BE49-F238E27FC236}">
                <a16:creationId xmlns:a16="http://schemas.microsoft.com/office/drawing/2014/main" id="{31FFCA80-626A-325B-A8F7-6B0BA0E8FFFB}"/>
              </a:ext>
            </a:extLst>
          </p:cNvPr>
          <p:cNvSpPr txBox="1"/>
          <p:nvPr/>
        </p:nvSpPr>
        <p:spPr>
          <a:xfrm>
            <a:off x="8048117" y="5218176"/>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1" name="Google Shape;349;p18">
            <a:extLst>
              <a:ext uri="{FF2B5EF4-FFF2-40B4-BE49-F238E27FC236}">
                <a16:creationId xmlns:a16="http://schemas.microsoft.com/office/drawing/2014/main" id="{387E1638-5160-0122-225D-E52664DE85D9}"/>
              </a:ext>
            </a:extLst>
          </p:cNvPr>
          <p:cNvSpPr txBox="1"/>
          <p:nvPr/>
        </p:nvSpPr>
        <p:spPr>
          <a:xfrm>
            <a:off x="8344583" y="5216985"/>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402" name="Google Shape;349;p18">
            <a:extLst>
              <a:ext uri="{FF2B5EF4-FFF2-40B4-BE49-F238E27FC236}">
                <a16:creationId xmlns:a16="http://schemas.microsoft.com/office/drawing/2014/main" id="{9A76B127-03F8-9BCA-762D-A98DA23190E9}"/>
              </a:ext>
            </a:extLst>
          </p:cNvPr>
          <p:cNvSpPr txBox="1"/>
          <p:nvPr/>
        </p:nvSpPr>
        <p:spPr>
          <a:xfrm>
            <a:off x="8641049" y="5215794"/>
            <a:ext cx="475871" cy="194398"/>
          </a:xfrm>
          <a:prstGeom prst="rect">
            <a:avLst/>
          </a:prstGeom>
          <a:noFill/>
          <a:ln>
            <a:noFill/>
          </a:ln>
        </p:spPr>
        <p:txBody>
          <a:bodyPr spcFirstLastPara="1" wrap="square" lIns="139677" tIns="139677" rIns="139677" bIns="139677" anchor="t" anchorCtr="0">
            <a:noAutofit/>
          </a:bodyPr>
          <a:lstStyle/>
          <a:p>
            <a:r>
              <a:rPr lang="en" sz="1200" dirty="0">
                <a:solidFill>
                  <a:schemeClr val="dk2"/>
                </a:solidFill>
                <a:latin typeface="Source Sans 3" panose="020B0303030403020204" pitchFamily="34" charset="0"/>
              </a:rPr>
              <a:t>ML</a:t>
            </a:r>
            <a:endParaRPr sz="1200" dirty="0">
              <a:solidFill>
                <a:schemeClr val="dk2"/>
              </a:solidFill>
              <a:latin typeface="Source Sans 3" panose="020B0303030403020204" pitchFamily="34" charset="0"/>
              <a:ea typeface="Source Sans 3"/>
              <a:cs typeface="Source Sans 3"/>
              <a:sym typeface="Source Sans 3"/>
            </a:endParaRPr>
          </a:p>
        </p:txBody>
      </p:sp>
      <p:sp>
        <p:nvSpPr>
          <p:cNvPr id="502" name="Google Shape;292;p18">
            <a:extLst>
              <a:ext uri="{FF2B5EF4-FFF2-40B4-BE49-F238E27FC236}">
                <a16:creationId xmlns:a16="http://schemas.microsoft.com/office/drawing/2014/main" id="{05CD089C-9EBE-C5E7-FDBB-F285602DBCCF}"/>
              </a:ext>
            </a:extLst>
          </p:cNvPr>
          <p:cNvSpPr/>
          <p:nvPr/>
        </p:nvSpPr>
        <p:spPr>
          <a:xfrm>
            <a:off x="5840053" y="6553577"/>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03" name="Google Shape;293;p18">
            <a:extLst>
              <a:ext uri="{FF2B5EF4-FFF2-40B4-BE49-F238E27FC236}">
                <a16:creationId xmlns:a16="http://schemas.microsoft.com/office/drawing/2014/main" id="{9CA4EBCA-F036-7C2D-7647-E3626ACEFB10}"/>
              </a:ext>
            </a:extLst>
          </p:cNvPr>
          <p:cNvSpPr txBox="1"/>
          <p:nvPr/>
        </p:nvSpPr>
        <p:spPr>
          <a:xfrm>
            <a:off x="5703039" y="6530465"/>
            <a:ext cx="57274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05" name="Connector: Elbow 504">
            <a:extLst>
              <a:ext uri="{FF2B5EF4-FFF2-40B4-BE49-F238E27FC236}">
                <a16:creationId xmlns:a16="http://schemas.microsoft.com/office/drawing/2014/main" id="{0315DF6B-44A6-D0B6-949D-AF7F45931DBA}"/>
              </a:ext>
            </a:extLst>
          </p:cNvPr>
          <p:cNvCxnSpPr>
            <a:cxnSpLocks/>
            <a:endCxn id="327" idx="1"/>
          </p:cNvCxnSpPr>
          <p:nvPr/>
        </p:nvCxnSpPr>
        <p:spPr>
          <a:xfrm>
            <a:off x="4995414" y="4905851"/>
            <a:ext cx="359040" cy="26955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C453A8DA-AA7D-C5F3-9D1F-B005C8863063}"/>
              </a:ext>
            </a:extLst>
          </p:cNvPr>
          <p:cNvGrpSpPr/>
          <p:nvPr/>
        </p:nvGrpSpPr>
        <p:grpSpPr>
          <a:xfrm>
            <a:off x="4995415" y="5322967"/>
            <a:ext cx="359040" cy="635397"/>
            <a:chOff x="4995414" y="5124450"/>
            <a:chExt cx="322797" cy="627063"/>
          </a:xfrm>
        </p:grpSpPr>
        <p:cxnSp>
          <p:nvCxnSpPr>
            <p:cNvPr id="508" name="Straight Connector 507">
              <a:extLst>
                <a:ext uri="{FF2B5EF4-FFF2-40B4-BE49-F238E27FC236}">
                  <a16:creationId xmlns:a16="http://schemas.microsoft.com/office/drawing/2014/main" id="{9F447D56-5A5A-0B8C-10D2-3EA53EE5D64C}"/>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510" name="Straight Connector 509">
              <a:extLst>
                <a:ext uri="{FF2B5EF4-FFF2-40B4-BE49-F238E27FC236}">
                  <a16:creationId xmlns:a16="http://schemas.microsoft.com/office/drawing/2014/main" id="{9476FE5F-17DD-9A4A-31E5-F825D5078FAD}"/>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512" name="Straight Arrow Connector 511">
              <a:extLst>
                <a:ext uri="{FF2B5EF4-FFF2-40B4-BE49-F238E27FC236}">
                  <a16:creationId xmlns:a16="http://schemas.microsoft.com/office/drawing/2014/main" id="{46CFA910-D0CC-398F-5C9B-570FAA0D4D84}"/>
                </a:ext>
              </a:extLst>
            </p:cNvPr>
            <p:cNvCxnSpPr>
              <a:cxnSpLocks/>
            </p:cNvCxnSpPr>
            <p:nvPr/>
          </p:nvCxnSpPr>
          <p:spPr>
            <a:xfrm>
              <a:off x="5152600" y="5129213"/>
              <a:ext cx="1656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D88AC189-326D-8FF8-FF80-EA564BAB1560}"/>
              </a:ext>
            </a:extLst>
          </p:cNvPr>
          <p:cNvGrpSpPr/>
          <p:nvPr/>
        </p:nvGrpSpPr>
        <p:grpSpPr>
          <a:xfrm>
            <a:off x="4995414" y="4221639"/>
            <a:ext cx="359040" cy="642937"/>
            <a:chOff x="4995414" y="4014788"/>
            <a:chExt cx="384401" cy="642937"/>
          </a:xfrm>
        </p:grpSpPr>
        <p:cxnSp>
          <p:nvCxnSpPr>
            <p:cNvPr id="6" name="Straight Connector 5">
              <a:extLst>
                <a:ext uri="{FF2B5EF4-FFF2-40B4-BE49-F238E27FC236}">
                  <a16:creationId xmlns:a16="http://schemas.microsoft.com/office/drawing/2014/main" id="{EEA9001A-F9A2-8E30-5779-ADBC195599A1}"/>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6A13696-C037-95A8-F09D-CE71736EB039}"/>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F1FF3EEF-94B5-73D5-EAC6-211F0EF4AFC2}"/>
                </a:ext>
              </a:extLst>
            </p:cNvPr>
            <p:cNvCxnSpPr>
              <a:cxnSpLocks/>
            </p:cNvCxnSpPr>
            <p:nvPr/>
          </p:nvCxnSpPr>
          <p:spPr>
            <a:xfrm>
              <a:off x="5163741" y="4657725"/>
              <a:ext cx="2160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Google Shape;342;p18">
            <a:extLst>
              <a:ext uri="{FF2B5EF4-FFF2-40B4-BE49-F238E27FC236}">
                <a16:creationId xmlns:a16="http://schemas.microsoft.com/office/drawing/2014/main" id="{6D4C0A6F-471B-10F9-BF5C-C7731D6D019E}"/>
              </a:ext>
            </a:extLst>
          </p:cNvPr>
          <p:cNvSpPr/>
          <p:nvPr/>
        </p:nvSpPr>
        <p:spPr>
          <a:xfrm>
            <a:off x="6913076" y="5810798"/>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2" name="Google Shape;342;p18">
            <a:extLst>
              <a:ext uri="{FF2B5EF4-FFF2-40B4-BE49-F238E27FC236}">
                <a16:creationId xmlns:a16="http://schemas.microsoft.com/office/drawing/2014/main" id="{D68B9E22-6A55-3D1B-6CE4-7C5881F80AC1}"/>
              </a:ext>
            </a:extLst>
          </p:cNvPr>
          <p:cNvSpPr/>
          <p:nvPr/>
        </p:nvSpPr>
        <p:spPr>
          <a:xfrm>
            <a:off x="7301918" y="5803305"/>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4" name="Google Shape;342;p18">
            <a:extLst>
              <a:ext uri="{FF2B5EF4-FFF2-40B4-BE49-F238E27FC236}">
                <a16:creationId xmlns:a16="http://schemas.microsoft.com/office/drawing/2014/main" id="{C933F6EC-6794-DF6E-40C6-BD1BB117ED63}"/>
              </a:ext>
            </a:extLst>
          </p:cNvPr>
          <p:cNvSpPr/>
          <p:nvPr/>
        </p:nvSpPr>
        <p:spPr>
          <a:xfrm>
            <a:off x="6853267" y="4573499"/>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5" name="Google Shape;342;p18">
            <a:extLst>
              <a:ext uri="{FF2B5EF4-FFF2-40B4-BE49-F238E27FC236}">
                <a16:creationId xmlns:a16="http://schemas.microsoft.com/office/drawing/2014/main" id="{69DFF445-27F3-366D-E6C5-9A69E89C43B8}"/>
              </a:ext>
            </a:extLst>
          </p:cNvPr>
          <p:cNvSpPr/>
          <p:nvPr/>
        </p:nvSpPr>
        <p:spPr>
          <a:xfrm>
            <a:off x="8159758" y="8742760"/>
            <a:ext cx="204417" cy="175083"/>
          </a:xfrm>
          <a:prstGeom prst="wedgeRectCallout">
            <a:avLst>
              <a:gd name="adj1" fmla="val -34229"/>
              <a:gd name="adj2" fmla="val 97862"/>
            </a:avLst>
          </a:prstGeom>
          <a:solidFill>
            <a:srgbClr val="93C47D"/>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6" name="Google Shape;342;p18">
            <a:extLst>
              <a:ext uri="{FF2B5EF4-FFF2-40B4-BE49-F238E27FC236}">
                <a16:creationId xmlns:a16="http://schemas.microsoft.com/office/drawing/2014/main" id="{79BBD1F8-7718-5868-B859-F6E575928F9D}"/>
              </a:ext>
            </a:extLst>
          </p:cNvPr>
          <p:cNvSpPr/>
          <p:nvPr/>
        </p:nvSpPr>
        <p:spPr>
          <a:xfrm>
            <a:off x="9140222" y="8738641"/>
            <a:ext cx="204417" cy="175083"/>
          </a:xfrm>
          <a:prstGeom prst="wedgeRectCallout">
            <a:avLst>
              <a:gd name="adj1" fmla="val -34229"/>
              <a:gd name="adj2" fmla="val 97862"/>
            </a:avLst>
          </a:prstGeom>
          <a:solidFill>
            <a:srgbClr val="E06666"/>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7" name="Google Shape;342;p18">
            <a:extLst>
              <a:ext uri="{FF2B5EF4-FFF2-40B4-BE49-F238E27FC236}">
                <a16:creationId xmlns:a16="http://schemas.microsoft.com/office/drawing/2014/main" id="{37922E67-88C3-CCB6-4B44-26C60C6F1D2A}"/>
              </a:ext>
            </a:extLst>
          </p:cNvPr>
          <p:cNvSpPr/>
          <p:nvPr/>
        </p:nvSpPr>
        <p:spPr>
          <a:xfrm>
            <a:off x="5008114" y="8929791"/>
            <a:ext cx="204417" cy="175083"/>
          </a:xfrm>
          <a:prstGeom prst="wedgeRectCallout">
            <a:avLst>
              <a:gd name="adj1" fmla="val -34229"/>
              <a:gd name="adj2" fmla="val 97862"/>
            </a:avLst>
          </a:prstGeom>
          <a:solidFill>
            <a:srgbClr val="B7B7B7"/>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8" name="Google Shape;342;p18">
            <a:extLst>
              <a:ext uri="{FF2B5EF4-FFF2-40B4-BE49-F238E27FC236}">
                <a16:creationId xmlns:a16="http://schemas.microsoft.com/office/drawing/2014/main" id="{5BC00508-6E51-B041-2D02-8B5BEF970E63}"/>
              </a:ext>
            </a:extLst>
          </p:cNvPr>
          <p:cNvSpPr/>
          <p:nvPr/>
        </p:nvSpPr>
        <p:spPr>
          <a:xfrm>
            <a:off x="6198486" y="8015250"/>
            <a:ext cx="204417" cy="175083"/>
          </a:xfrm>
          <a:prstGeom prst="wedgeRectCallout">
            <a:avLst>
              <a:gd name="adj1" fmla="val -34229"/>
              <a:gd name="adj2" fmla="val 97862"/>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cxnSp>
        <p:nvCxnSpPr>
          <p:cNvPr id="21" name="Google Shape;389;p18">
            <a:extLst>
              <a:ext uri="{FF2B5EF4-FFF2-40B4-BE49-F238E27FC236}">
                <a16:creationId xmlns:a16="http://schemas.microsoft.com/office/drawing/2014/main" id="{34DBFFD7-30AF-3484-3364-D11988091257}"/>
              </a:ext>
            </a:extLst>
          </p:cNvPr>
          <p:cNvCxnSpPr>
            <a:cxnSpLocks/>
          </p:cNvCxnSpPr>
          <p:nvPr/>
        </p:nvCxnSpPr>
        <p:spPr>
          <a:xfrm>
            <a:off x="864275" y="7450667"/>
            <a:ext cx="0" cy="342265"/>
          </a:xfrm>
          <a:prstGeom prst="straightConnector1">
            <a:avLst/>
          </a:prstGeom>
          <a:noFill/>
          <a:ln w="28575" cap="flat" cmpd="sng">
            <a:solidFill>
              <a:schemeClr val="dk2"/>
            </a:solidFill>
            <a:prstDash val="dot"/>
            <a:round/>
            <a:headEnd type="none" w="med" len="med"/>
            <a:tailEnd type="none" w="med" len="med"/>
          </a:ln>
        </p:spPr>
      </p:cxnSp>
      <p:cxnSp>
        <p:nvCxnSpPr>
          <p:cNvPr id="516" name="Google Shape;212;p18">
            <a:extLst>
              <a:ext uri="{FF2B5EF4-FFF2-40B4-BE49-F238E27FC236}">
                <a16:creationId xmlns:a16="http://schemas.microsoft.com/office/drawing/2014/main" id="{7AF53600-3177-FF4B-E023-4FFCA3621AC4}"/>
              </a:ext>
            </a:extLst>
          </p:cNvPr>
          <p:cNvCxnSpPr>
            <a:cxnSpLocks/>
          </p:cNvCxnSpPr>
          <p:nvPr/>
        </p:nvCxnSpPr>
        <p:spPr>
          <a:xfrm rot="10800000">
            <a:off x="10806713" y="9864183"/>
            <a:ext cx="204417" cy="118708"/>
          </a:xfrm>
          <a:prstGeom prst="straightConnector1">
            <a:avLst/>
          </a:prstGeom>
          <a:noFill/>
          <a:ln w="14025" cap="flat" cmpd="sng">
            <a:solidFill>
              <a:srgbClr val="628DB5"/>
            </a:solidFill>
            <a:prstDash val="solid"/>
            <a:round/>
            <a:headEnd type="none" w="med" len="med"/>
            <a:tailEnd type="none" w="med" len="med"/>
          </a:ln>
        </p:spPr>
      </p:cxnSp>
      <p:cxnSp>
        <p:nvCxnSpPr>
          <p:cNvPr id="517" name="Google Shape;213;p18">
            <a:extLst>
              <a:ext uri="{FF2B5EF4-FFF2-40B4-BE49-F238E27FC236}">
                <a16:creationId xmlns:a16="http://schemas.microsoft.com/office/drawing/2014/main" id="{5CB4265C-663D-3D7A-BA0C-C6B30DFCE51A}"/>
              </a:ext>
            </a:extLst>
          </p:cNvPr>
          <p:cNvCxnSpPr>
            <a:cxnSpLocks/>
          </p:cNvCxnSpPr>
          <p:nvPr/>
        </p:nvCxnSpPr>
        <p:spPr>
          <a:xfrm rot="10800000">
            <a:off x="10800827" y="9759785"/>
            <a:ext cx="78375" cy="132000"/>
          </a:xfrm>
          <a:prstGeom prst="straightConnector1">
            <a:avLst/>
          </a:prstGeom>
          <a:noFill/>
          <a:ln w="14025" cap="flat" cmpd="sng">
            <a:solidFill>
              <a:srgbClr val="999999"/>
            </a:solidFill>
            <a:prstDash val="solid"/>
            <a:round/>
            <a:headEnd type="none" w="med" len="med"/>
            <a:tailEnd type="none" w="med" len="med"/>
          </a:ln>
        </p:spPr>
      </p:cxnSp>
      <p:cxnSp>
        <p:nvCxnSpPr>
          <p:cNvPr id="518" name="Google Shape;214;p18">
            <a:extLst>
              <a:ext uri="{FF2B5EF4-FFF2-40B4-BE49-F238E27FC236}">
                <a16:creationId xmlns:a16="http://schemas.microsoft.com/office/drawing/2014/main" id="{8E7FBDC8-64A1-0F11-950B-D6CEA2952A79}"/>
              </a:ext>
            </a:extLst>
          </p:cNvPr>
          <p:cNvCxnSpPr>
            <a:cxnSpLocks/>
          </p:cNvCxnSpPr>
          <p:nvPr/>
        </p:nvCxnSpPr>
        <p:spPr>
          <a:xfrm flipH="1">
            <a:off x="10875492" y="9725286"/>
            <a:ext cx="327250" cy="160417"/>
          </a:xfrm>
          <a:prstGeom prst="straightConnector1">
            <a:avLst/>
          </a:prstGeom>
          <a:noFill/>
          <a:ln w="14025" cap="flat" cmpd="sng">
            <a:solidFill>
              <a:srgbClr val="999999"/>
            </a:solidFill>
            <a:prstDash val="solid"/>
            <a:round/>
            <a:headEnd type="none" w="med" len="med"/>
            <a:tailEnd type="none" w="med" len="med"/>
          </a:ln>
        </p:spPr>
      </p:cxnSp>
      <p:sp>
        <p:nvSpPr>
          <p:cNvPr id="519" name="Google Shape;215;p18">
            <a:extLst>
              <a:ext uri="{FF2B5EF4-FFF2-40B4-BE49-F238E27FC236}">
                <a16:creationId xmlns:a16="http://schemas.microsoft.com/office/drawing/2014/main" id="{F1186A45-F4D9-4B50-398F-BABFA2C21270}"/>
              </a:ext>
            </a:extLst>
          </p:cNvPr>
          <p:cNvSpPr/>
          <p:nvPr/>
        </p:nvSpPr>
        <p:spPr>
          <a:xfrm>
            <a:off x="10851819" y="9843967"/>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pic>
        <p:nvPicPr>
          <p:cNvPr id="520" name="Google Shape;246;p18">
            <a:extLst>
              <a:ext uri="{FF2B5EF4-FFF2-40B4-BE49-F238E27FC236}">
                <a16:creationId xmlns:a16="http://schemas.microsoft.com/office/drawing/2014/main" id="{5005E5E7-BA4C-063E-2EF9-DA9BAE2A9817}"/>
              </a:ext>
            </a:extLst>
          </p:cNvPr>
          <p:cNvPicPr preferRelativeResize="0"/>
          <p:nvPr/>
        </p:nvPicPr>
        <p:blipFill>
          <a:blip r:embed="rId7">
            <a:alphaModFix/>
          </a:blip>
          <a:stretch>
            <a:fillRect/>
          </a:stretch>
        </p:blipFill>
        <p:spPr>
          <a:xfrm>
            <a:off x="9476869" y="6564093"/>
            <a:ext cx="3884579" cy="470250"/>
          </a:xfrm>
          <a:prstGeom prst="rect">
            <a:avLst/>
          </a:prstGeom>
          <a:noFill/>
          <a:ln>
            <a:noFill/>
          </a:ln>
        </p:spPr>
      </p:pic>
      <p:sp>
        <p:nvSpPr>
          <p:cNvPr id="521" name="Google Shape;247;p18">
            <a:extLst>
              <a:ext uri="{FF2B5EF4-FFF2-40B4-BE49-F238E27FC236}">
                <a16:creationId xmlns:a16="http://schemas.microsoft.com/office/drawing/2014/main" id="{AA599406-A477-1816-2B48-C43BC2AFB7AA}"/>
              </a:ext>
            </a:extLst>
          </p:cNvPr>
          <p:cNvSpPr txBox="1"/>
          <p:nvPr/>
        </p:nvSpPr>
        <p:spPr>
          <a:xfrm>
            <a:off x="13107900" y="6571586"/>
            <a:ext cx="843280"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pic>
        <p:nvPicPr>
          <p:cNvPr id="522" name="Google Shape;248;p18">
            <a:extLst>
              <a:ext uri="{FF2B5EF4-FFF2-40B4-BE49-F238E27FC236}">
                <a16:creationId xmlns:a16="http://schemas.microsoft.com/office/drawing/2014/main" id="{99F08044-7AB1-00DF-9053-C88A496B78C8}"/>
              </a:ext>
            </a:extLst>
          </p:cNvPr>
          <p:cNvPicPr preferRelativeResize="0"/>
          <p:nvPr/>
        </p:nvPicPr>
        <p:blipFill>
          <a:blip r:embed="rId8">
            <a:alphaModFix/>
          </a:blip>
          <a:stretch>
            <a:fillRect/>
          </a:stretch>
        </p:blipFill>
        <p:spPr>
          <a:xfrm>
            <a:off x="9476869" y="6936188"/>
            <a:ext cx="809211" cy="470250"/>
          </a:xfrm>
          <a:prstGeom prst="rect">
            <a:avLst/>
          </a:prstGeom>
          <a:noFill/>
          <a:ln>
            <a:noFill/>
          </a:ln>
        </p:spPr>
      </p:pic>
      <p:cxnSp>
        <p:nvCxnSpPr>
          <p:cNvPr id="523" name="Google Shape;249;p18">
            <a:extLst>
              <a:ext uri="{FF2B5EF4-FFF2-40B4-BE49-F238E27FC236}">
                <a16:creationId xmlns:a16="http://schemas.microsoft.com/office/drawing/2014/main" id="{5811298F-E7BD-04C9-7145-DA41FA37B6D4}"/>
              </a:ext>
            </a:extLst>
          </p:cNvPr>
          <p:cNvCxnSpPr>
            <a:cxnSpLocks/>
          </p:cNvCxnSpPr>
          <p:nvPr/>
        </p:nvCxnSpPr>
        <p:spPr>
          <a:xfrm>
            <a:off x="9612954" y="7479942"/>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24" name="Google Shape;250;p18">
            <a:extLst>
              <a:ext uri="{FF2B5EF4-FFF2-40B4-BE49-F238E27FC236}">
                <a16:creationId xmlns:a16="http://schemas.microsoft.com/office/drawing/2014/main" id="{6409834D-2792-B7B2-C36A-9337BDEE51C8}"/>
              </a:ext>
            </a:extLst>
          </p:cNvPr>
          <p:cNvSpPr txBox="1"/>
          <p:nvPr/>
        </p:nvSpPr>
        <p:spPr>
          <a:xfrm>
            <a:off x="9615396" y="7530058"/>
            <a:ext cx="546544"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Lag</a:t>
            </a:r>
            <a:endParaRPr sz="1200" dirty="0">
              <a:solidFill>
                <a:schemeClr val="dk1"/>
              </a:solidFill>
              <a:latin typeface="Source Sans 3"/>
              <a:ea typeface="Source Sans 3"/>
              <a:cs typeface="Source Sans 3"/>
              <a:sym typeface="Source Sans 3"/>
            </a:endParaRPr>
          </a:p>
        </p:txBody>
      </p:sp>
      <p:pic>
        <p:nvPicPr>
          <p:cNvPr id="525" name="Google Shape;251;p18">
            <a:extLst>
              <a:ext uri="{FF2B5EF4-FFF2-40B4-BE49-F238E27FC236}">
                <a16:creationId xmlns:a16="http://schemas.microsoft.com/office/drawing/2014/main" id="{33E2B704-9A4E-9C9A-6776-AB667665DF63}"/>
              </a:ext>
            </a:extLst>
          </p:cNvPr>
          <p:cNvPicPr preferRelativeResize="0"/>
          <p:nvPr/>
        </p:nvPicPr>
        <p:blipFill>
          <a:blip r:embed="rId9">
            <a:alphaModFix/>
          </a:blip>
          <a:stretch>
            <a:fillRect/>
          </a:stretch>
        </p:blipFill>
        <p:spPr>
          <a:xfrm>
            <a:off x="9498598" y="7440607"/>
            <a:ext cx="777249" cy="347527"/>
          </a:xfrm>
          <a:prstGeom prst="rect">
            <a:avLst/>
          </a:prstGeom>
          <a:noFill/>
          <a:ln>
            <a:noFill/>
          </a:ln>
        </p:spPr>
      </p:pic>
      <p:sp>
        <p:nvSpPr>
          <p:cNvPr id="526" name="Google Shape;253;p18">
            <a:extLst>
              <a:ext uri="{FF2B5EF4-FFF2-40B4-BE49-F238E27FC236}">
                <a16:creationId xmlns:a16="http://schemas.microsoft.com/office/drawing/2014/main" id="{956B46F7-F0F0-1DC5-CAA3-F66699CAED12}"/>
              </a:ext>
            </a:extLst>
          </p:cNvPr>
          <p:cNvSpPr txBox="1"/>
          <p:nvPr/>
        </p:nvSpPr>
        <p:spPr>
          <a:xfrm>
            <a:off x="10072720" y="6935880"/>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1</a:t>
            </a:r>
            <a:endParaRPr sz="1200" dirty="0">
              <a:solidFill>
                <a:schemeClr val="dk1"/>
              </a:solidFill>
              <a:latin typeface="Source Sans 3"/>
              <a:ea typeface="Source Sans 3"/>
              <a:cs typeface="Source Sans 3"/>
              <a:sym typeface="Source Sans 3"/>
            </a:endParaRPr>
          </a:p>
        </p:txBody>
      </p:sp>
      <p:sp>
        <p:nvSpPr>
          <p:cNvPr id="527" name="Google Shape;254;p18">
            <a:extLst>
              <a:ext uri="{FF2B5EF4-FFF2-40B4-BE49-F238E27FC236}">
                <a16:creationId xmlns:a16="http://schemas.microsoft.com/office/drawing/2014/main" id="{B8A70102-48BF-ED10-4323-1D35931E9023}"/>
              </a:ext>
            </a:extLst>
          </p:cNvPr>
          <p:cNvSpPr txBox="1"/>
          <p:nvPr/>
        </p:nvSpPr>
        <p:spPr>
          <a:xfrm>
            <a:off x="11295671" y="6934515"/>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8" name="Google Shape;255;p18">
            <a:extLst>
              <a:ext uri="{FF2B5EF4-FFF2-40B4-BE49-F238E27FC236}">
                <a16:creationId xmlns:a16="http://schemas.microsoft.com/office/drawing/2014/main" id="{45D03630-A303-80F1-3E40-9223C4D5E37B}"/>
              </a:ext>
            </a:extLst>
          </p:cNvPr>
          <p:cNvSpPr txBox="1"/>
          <p:nvPr/>
        </p:nvSpPr>
        <p:spPr>
          <a:xfrm>
            <a:off x="11987647" y="6934201"/>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29" name="Google Shape;292;p18">
            <a:extLst>
              <a:ext uri="{FF2B5EF4-FFF2-40B4-BE49-F238E27FC236}">
                <a16:creationId xmlns:a16="http://schemas.microsoft.com/office/drawing/2014/main" id="{C6C7F4FB-CE82-9B32-5282-6FF30C329E28}"/>
              </a:ext>
            </a:extLst>
          </p:cNvPr>
          <p:cNvSpPr/>
          <p:nvPr/>
        </p:nvSpPr>
        <p:spPr>
          <a:xfrm>
            <a:off x="11755733" y="7032127"/>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30" name="Google Shape;293;p18">
            <a:extLst>
              <a:ext uri="{FF2B5EF4-FFF2-40B4-BE49-F238E27FC236}">
                <a16:creationId xmlns:a16="http://schemas.microsoft.com/office/drawing/2014/main" id="{18F872E4-26CC-614C-1CA2-780D5AAE37CE}"/>
              </a:ext>
            </a:extLst>
          </p:cNvPr>
          <p:cNvSpPr txBox="1"/>
          <p:nvPr/>
        </p:nvSpPr>
        <p:spPr>
          <a:xfrm>
            <a:off x="11623088" y="7005840"/>
            <a:ext cx="537849"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0.25</a:t>
            </a:r>
            <a:endParaRPr sz="1100" dirty="0">
              <a:solidFill>
                <a:schemeClr val="lt1"/>
              </a:solidFill>
              <a:latin typeface="Source Sans 3" panose="020B0303030403020204" pitchFamily="34" charset="0"/>
            </a:endParaRPr>
          </a:p>
        </p:txBody>
      </p:sp>
      <p:cxnSp>
        <p:nvCxnSpPr>
          <p:cNvPr id="531" name="Google Shape;296;p18">
            <a:extLst>
              <a:ext uri="{FF2B5EF4-FFF2-40B4-BE49-F238E27FC236}">
                <a16:creationId xmlns:a16="http://schemas.microsoft.com/office/drawing/2014/main" id="{C5CAD4E7-97E1-C8AB-E15C-990A8E9A1D9E}"/>
              </a:ext>
            </a:extLst>
          </p:cNvPr>
          <p:cNvCxnSpPr>
            <a:cxnSpLocks/>
          </p:cNvCxnSpPr>
          <p:nvPr/>
        </p:nvCxnSpPr>
        <p:spPr>
          <a:xfrm rot="10800000">
            <a:off x="9854524" y="8971168"/>
            <a:ext cx="0" cy="1392417"/>
          </a:xfrm>
          <a:prstGeom prst="straightConnector1">
            <a:avLst/>
          </a:prstGeom>
          <a:noFill/>
          <a:ln w="14025" cap="flat" cmpd="sng">
            <a:solidFill>
              <a:schemeClr val="dk1"/>
            </a:solidFill>
            <a:prstDash val="solid"/>
            <a:round/>
            <a:headEnd type="none" w="med" len="med"/>
            <a:tailEnd type="triangle" w="med" len="med"/>
          </a:ln>
        </p:spPr>
      </p:cxnSp>
      <p:cxnSp>
        <p:nvCxnSpPr>
          <p:cNvPr id="532" name="Google Shape;297;p18">
            <a:extLst>
              <a:ext uri="{FF2B5EF4-FFF2-40B4-BE49-F238E27FC236}">
                <a16:creationId xmlns:a16="http://schemas.microsoft.com/office/drawing/2014/main" id="{F0B877FC-FB59-F08E-C70D-166F19996B03}"/>
              </a:ext>
            </a:extLst>
          </p:cNvPr>
          <p:cNvCxnSpPr>
            <a:cxnSpLocks/>
          </p:cNvCxnSpPr>
          <p:nvPr/>
        </p:nvCxnSpPr>
        <p:spPr>
          <a:xfrm flipV="1">
            <a:off x="9853450" y="10363585"/>
            <a:ext cx="1484490" cy="2"/>
          </a:xfrm>
          <a:prstGeom prst="straightConnector1">
            <a:avLst/>
          </a:prstGeom>
          <a:noFill/>
          <a:ln w="14025" cap="flat" cmpd="sng">
            <a:solidFill>
              <a:schemeClr val="dk1"/>
            </a:solidFill>
            <a:prstDash val="solid"/>
            <a:round/>
            <a:headEnd type="none" w="med" len="med"/>
            <a:tailEnd type="triangle" w="med" len="med"/>
          </a:ln>
        </p:spPr>
      </p:cxnSp>
      <p:cxnSp>
        <p:nvCxnSpPr>
          <p:cNvPr id="533" name="Google Shape;298;p18">
            <a:extLst>
              <a:ext uri="{FF2B5EF4-FFF2-40B4-BE49-F238E27FC236}">
                <a16:creationId xmlns:a16="http://schemas.microsoft.com/office/drawing/2014/main" id="{3ED79546-819A-E40F-653F-79C7E536D309}"/>
              </a:ext>
            </a:extLst>
          </p:cNvPr>
          <p:cNvCxnSpPr>
            <a:cxnSpLocks/>
          </p:cNvCxnSpPr>
          <p:nvPr/>
        </p:nvCxnSpPr>
        <p:spPr>
          <a:xfrm rot="10800000" flipH="1">
            <a:off x="9877216" y="9819421"/>
            <a:ext cx="260792" cy="518375"/>
          </a:xfrm>
          <a:prstGeom prst="straightConnector1">
            <a:avLst/>
          </a:prstGeom>
          <a:noFill/>
          <a:ln w="14025" cap="flat" cmpd="sng">
            <a:solidFill>
              <a:srgbClr val="999999"/>
            </a:solidFill>
            <a:prstDash val="solid"/>
            <a:round/>
            <a:headEnd type="none" w="med" len="med"/>
            <a:tailEnd type="none" w="med" len="med"/>
          </a:ln>
        </p:spPr>
      </p:cxnSp>
      <p:cxnSp>
        <p:nvCxnSpPr>
          <p:cNvPr id="534" name="Google Shape;299;p18">
            <a:extLst>
              <a:ext uri="{FF2B5EF4-FFF2-40B4-BE49-F238E27FC236}">
                <a16:creationId xmlns:a16="http://schemas.microsoft.com/office/drawing/2014/main" id="{5975A300-58E8-5916-937B-C809A1FEF7B8}"/>
              </a:ext>
            </a:extLst>
          </p:cNvPr>
          <p:cNvCxnSpPr>
            <a:cxnSpLocks/>
          </p:cNvCxnSpPr>
          <p:nvPr/>
        </p:nvCxnSpPr>
        <p:spPr>
          <a:xfrm>
            <a:off x="10141071" y="9825851"/>
            <a:ext cx="245208" cy="245208"/>
          </a:xfrm>
          <a:prstGeom prst="straightConnector1">
            <a:avLst/>
          </a:prstGeom>
          <a:noFill/>
          <a:ln w="14025" cap="flat" cmpd="sng">
            <a:solidFill>
              <a:srgbClr val="999999"/>
            </a:solidFill>
            <a:prstDash val="solid"/>
            <a:round/>
            <a:headEnd type="none" w="med" len="med"/>
            <a:tailEnd type="none" w="med" len="med"/>
          </a:ln>
        </p:spPr>
      </p:cxnSp>
      <p:cxnSp>
        <p:nvCxnSpPr>
          <p:cNvPr id="535" name="Google Shape;300;p18">
            <a:extLst>
              <a:ext uri="{FF2B5EF4-FFF2-40B4-BE49-F238E27FC236}">
                <a16:creationId xmlns:a16="http://schemas.microsoft.com/office/drawing/2014/main" id="{8E33F829-30B2-5BB7-5ADF-47CAD73D59E1}"/>
              </a:ext>
            </a:extLst>
          </p:cNvPr>
          <p:cNvCxnSpPr>
            <a:cxnSpLocks/>
          </p:cNvCxnSpPr>
          <p:nvPr/>
        </p:nvCxnSpPr>
        <p:spPr>
          <a:xfrm rot="10800000" flipH="1">
            <a:off x="10389217" y="9948634"/>
            <a:ext cx="226417" cy="112750"/>
          </a:xfrm>
          <a:prstGeom prst="straightConnector1">
            <a:avLst/>
          </a:prstGeom>
          <a:noFill/>
          <a:ln w="14025" cap="flat" cmpd="sng">
            <a:solidFill>
              <a:srgbClr val="999999"/>
            </a:solidFill>
            <a:prstDash val="solid"/>
            <a:round/>
            <a:headEnd type="none" w="med" len="med"/>
            <a:tailEnd type="none" w="med" len="med"/>
          </a:ln>
        </p:spPr>
      </p:cxnSp>
      <p:cxnSp>
        <p:nvCxnSpPr>
          <p:cNvPr id="536" name="Google Shape;301;p18">
            <a:extLst>
              <a:ext uri="{FF2B5EF4-FFF2-40B4-BE49-F238E27FC236}">
                <a16:creationId xmlns:a16="http://schemas.microsoft.com/office/drawing/2014/main" id="{D5D55F28-B224-3814-BA1A-AE362DBAF830}"/>
              </a:ext>
            </a:extLst>
          </p:cNvPr>
          <p:cNvCxnSpPr>
            <a:cxnSpLocks/>
          </p:cNvCxnSpPr>
          <p:nvPr/>
        </p:nvCxnSpPr>
        <p:spPr>
          <a:xfrm rot="10800000" flipH="1">
            <a:off x="10615571" y="9744586"/>
            <a:ext cx="179208" cy="203958"/>
          </a:xfrm>
          <a:prstGeom prst="straightConnector1">
            <a:avLst/>
          </a:prstGeom>
          <a:noFill/>
          <a:ln w="14025" cap="flat" cmpd="sng">
            <a:solidFill>
              <a:srgbClr val="999999"/>
            </a:solidFill>
            <a:prstDash val="solid"/>
            <a:round/>
            <a:headEnd type="none" w="med" len="med"/>
            <a:tailEnd type="none" w="med" len="med"/>
          </a:ln>
        </p:spPr>
      </p:cxnSp>
      <p:cxnSp>
        <p:nvCxnSpPr>
          <p:cNvPr id="537" name="Google Shape;302;p18">
            <a:extLst>
              <a:ext uri="{FF2B5EF4-FFF2-40B4-BE49-F238E27FC236}">
                <a16:creationId xmlns:a16="http://schemas.microsoft.com/office/drawing/2014/main" id="{7B52D890-F0B2-190C-147E-8A9B7E70F531}"/>
              </a:ext>
            </a:extLst>
          </p:cNvPr>
          <p:cNvCxnSpPr>
            <a:cxnSpLocks/>
          </p:cNvCxnSpPr>
          <p:nvPr/>
        </p:nvCxnSpPr>
        <p:spPr>
          <a:xfrm rot="10800000" flipH="1">
            <a:off x="9882452" y="10011025"/>
            <a:ext cx="292875" cy="322208"/>
          </a:xfrm>
          <a:prstGeom prst="straightConnector1">
            <a:avLst/>
          </a:prstGeom>
          <a:noFill/>
          <a:ln w="14025" cap="flat" cmpd="sng">
            <a:solidFill>
              <a:srgbClr val="628DB5"/>
            </a:solidFill>
            <a:prstDash val="solid"/>
            <a:round/>
            <a:headEnd type="none" w="med" len="med"/>
            <a:tailEnd type="none" w="med" len="med"/>
          </a:ln>
        </p:spPr>
      </p:cxnSp>
      <p:cxnSp>
        <p:nvCxnSpPr>
          <p:cNvPr id="538" name="Google Shape;303;p18">
            <a:extLst>
              <a:ext uri="{FF2B5EF4-FFF2-40B4-BE49-F238E27FC236}">
                <a16:creationId xmlns:a16="http://schemas.microsoft.com/office/drawing/2014/main" id="{AAA3428A-B1A9-FE38-BF52-972CEFF8D938}"/>
              </a:ext>
            </a:extLst>
          </p:cNvPr>
          <p:cNvCxnSpPr>
            <a:cxnSpLocks/>
          </p:cNvCxnSpPr>
          <p:nvPr/>
        </p:nvCxnSpPr>
        <p:spPr>
          <a:xfrm rot="10800000" flipH="1">
            <a:off x="10160723" y="9860669"/>
            <a:ext cx="397833" cy="165917"/>
          </a:xfrm>
          <a:prstGeom prst="straightConnector1">
            <a:avLst/>
          </a:prstGeom>
          <a:noFill/>
          <a:ln w="14025" cap="flat" cmpd="sng">
            <a:solidFill>
              <a:srgbClr val="628DB5"/>
            </a:solidFill>
            <a:prstDash val="solid"/>
            <a:round/>
            <a:headEnd type="none" w="med" len="med"/>
            <a:tailEnd type="none" w="med" len="med"/>
          </a:ln>
        </p:spPr>
      </p:cxnSp>
      <p:cxnSp>
        <p:nvCxnSpPr>
          <p:cNvPr id="539" name="Google Shape;304;p18">
            <a:extLst>
              <a:ext uri="{FF2B5EF4-FFF2-40B4-BE49-F238E27FC236}">
                <a16:creationId xmlns:a16="http://schemas.microsoft.com/office/drawing/2014/main" id="{CC60A9BB-D748-81AB-B1B7-DE580AE69300}"/>
              </a:ext>
            </a:extLst>
          </p:cNvPr>
          <p:cNvCxnSpPr>
            <a:cxnSpLocks/>
          </p:cNvCxnSpPr>
          <p:nvPr/>
        </p:nvCxnSpPr>
        <p:spPr>
          <a:xfrm rot="10800000" flipH="1">
            <a:off x="10549411" y="9558728"/>
            <a:ext cx="63250" cy="304792"/>
          </a:xfrm>
          <a:prstGeom prst="straightConnector1">
            <a:avLst/>
          </a:prstGeom>
          <a:noFill/>
          <a:ln w="14025" cap="flat" cmpd="sng">
            <a:solidFill>
              <a:srgbClr val="628DB5"/>
            </a:solidFill>
            <a:prstDash val="solid"/>
            <a:round/>
            <a:headEnd type="none" w="med" len="med"/>
            <a:tailEnd type="none" w="med" len="med"/>
          </a:ln>
        </p:spPr>
      </p:cxnSp>
      <p:cxnSp>
        <p:nvCxnSpPr>
          <p:cNvPr id="540" name="Google Shape;305;p18">
            <a:extLst>
              <a:ext uri="{FF2B5EF4-FFF2-40B4-BE49-F238E27FC236}">
                <a16:creationId xmlns:a16="http://schemas.microsoft.com/office/drawing/2014/main" id="{028B352A-3143-A951-EC73-C7A66A7CE32D}"/>
              </a:ext>
            </a:extLst>
          </p:cNvPr>
          <p:cNvCxnSpPr>
            <a:cxnSpLocks/>
          </p:cNvCxnSpPr>
          <p:nvPr/>
        </p:nvCxnSpPr>
        <p:spPr>
          <a:xfrm rot="10800000">
            <a:off x="10615834" y="9577465"/>
            <a:ext cx="191125" cy="289208"/>
          </a:xfrm>
          <a:prstGeom prst="straightConnector1">
            <a:avLst/>
          </a:prstGeom>
          <a:noFill/>
          <a:ln w="14025" cap="flat" cmpd="sng">
            <a:solidFill>
              <a:srgbClr val="628DB5"/>
            </a:solidFill>
            <a:prstDash val="solid"/>
            <a:round/>
            <a:headEnd type="none" w="med" len="med"/>
            <a:tailEnd type="none" w="med" len="med"/>
          </a:ln>
        </p:spPr>
      </p:cxnSp>
      <p:cxnSp>
        <p:nvCxnSpPr>
          <p:cNvPr id="541" name="Google Shape;306;p18">
            <a:extLst>
              <a:ext uri="{FF2B5EF4-FFF2-40B4-BE49-F238E27FC236}">
                <a16:creationId xmlns:a16="http://schemas.microsoft.com/office/drawing/2014/main" id="{7CC38364-2388-E6AC-BCB2-58F307B8F892}"/>
              </a:ext>
            </a:extLst>
          </p:cNvPr>
          <p:cNvCxnSpPr>
            <a:cxnSpLocks/>
          </p:cNvCxnSpPr>
          <p:nvPr/>
        </p:nvCxnSpPr>
        <p:spPr>
          <a:xfrm flipH="1">
            <a:off x="11002049" y="9887845"/>
            <a:ext cx="220458" cy="93958"/>
          </a:xfrm>
          <a:prstGeom prst="straightConnector1">
            <a:avLst/>
          </a:prstGeom>
          <a:noFill/>
          <a:ln w="14025" cap="flat" cmpd="sng">
            <a:solidFill>
              <a:srgbClr val="628DB5"/>
            </a:solidFill>
            <a:prstDash val="solid"/>
            <a:round/>
            <a:headEnd type="none" w="med" len="med"/>
            <a:tailEnd type="none" w="med" len="med"/>
          </a:ln>
        </p:spPr>
      </p:cxnSp>
      <p:sp>
        <p:nvSpPr>
          <p:cNvPr id="542" name="Google Shape;307;p18">
            <a:extLst>
              <a:ext uri="{FF2B5EF4-FFF2-40B4-BE49-F238E27FC236}">
                <a16:creationId xmlns:a16="http://schemas.microsoft.com/office/drawing/2014/main" id="{2DB5CE86-34CA-C2FD-B442-0E0BEBF7DB4D}"/>
              </a:ext>
            </a:extLst>
          </p:cNvPr>
          <p:cNvSpPr/>
          <p:nvPr/>
        </p:nvSpPr>
        <p:spPr>
          <a:xfrm>
            <a:off x="10105385" y="9790953"/>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3" name="Google Shape;308;p18">
            <a:extLst>
              <a:ext uri="{FF2B5EF4-FFF2-40B4-BE49-F238E27FC236}">
                <a16:creationId xmlns:a16="http://schemas.microsoft.com/office/drawing/2014/main" id="{73C3D9AA-267C-DA5E-70B3-80B2D7A06446}"/>
              </a:ext>
            </a:extLst>
          </p:cNvPr>
          <p:cNvSpPr/>
          <p:nvPr/>
        </p:nvSpPr>
        <p:spPr>
          <a:xfrm>
            <a:off x="10211069" y="9891825"/>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4" name="Google Shape;309;p18">
            <a:extLst>
              <a:ext uri="{FF2B5EF4-FFF2-40B4-BE49-F238E27FC236}">
                <a16:creationId xmlns:a16="http://schemas.microsoft.com/office/drawing/2014/main" id="{5ABFDF1E-558A-4CAE-3FB5-85547B499EE3}"/>
              </a:ext>
            </a:extLst>
          </p:cNvPr>
          <p:cNvSpPr/>
          <p:nvPr/>
        </p:nvSpPr>
        <p:spPr>
          <a:xfrm>
            <a:off x="10340510" y="10026575"/>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5" name="Google Shape;310;p18">
            <a:extLst>
              <a:ext uri="{FF2B5EF4-FFF2-40B4-BE49-F238E27FC236}">
                <a16:creationId xmlns:a16="http://schemas.microsoft.com/office/drawing/2014/main" id="{B38447AA-863F-34B3-97A8-3FA0CF52729C}"/>
              </a:ext>
            </a:extLst>
          </p:cNvPr>
          <p:cNvSpPr/>
          <p:nvPr/>
        </p:nvSpPr>
        <p:spPr>
          <a:xfrm>
            <a:off x="10561656" y="9913634"/>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6" name="Google Shape;311;p18">
            <a:extLst>
              <a:ext uri="{FF2B5EF4-FFF2-40B4-BE49-F238E27FC236}">
                <a16:creationId xmlns:a16="http://schemas.microsoft.com/office/drawing/2014/main" id="{D55B514B-3FB4-DE07-A57D-9394473155EB}"/>
              </a:ext>
            </a:extLst>
          </p:cNvPr>
          <p:cNvSpPr/>
          <p:nvPr/>
        </p:nvSpPr>
        <p:spPr>
          <a:xfrm>
            <a:off x="10760000" y="9725297"/>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7" name="Google Shape;312;p18">
            <a:extLst>
              <a:ext uri="{FF2B5EF4-FFF2-40B4-BE49-F238E27FC236}">
                <a16:creationId xmlns:a16="http://schemas.microsoft.com/office/drawing/2014/main" id="{1086335A-47AF-381F-4C92-47A324DC8E89}"/>
              </a:ext>
            </a:extLst>
          </p:cNvPr>
          <p:cNvSpPr/>
          <p:nvPr/>
        </p:nvSpPr>
        <p:spPr>
          <a:xfrm>
            <a:off x="11150691" y="9710401"/>
            <a:ext cx="69667" cy="69667"/>
          </a:xfrm>
          <a:prstGeom prst="ellipse">
            <a:avLst/>
          </a:prstGeom>
          <a:solidFill>
            <a:srgbClr val="999999"/>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8" name="Google Shape;313;p18">
            <a:extLst>
              <a:ext uri="{FF2B5EF4-FFF2-40B4-BE49-F238E27FC236}">
                <a16:creationId xmlns:a16="http://schemas.microsoft.com/office/drawing/2014/main" id="{BC368A7F-3FDE-CB5F-BF81-F36A3AF93E0E}"/>
              </a:ext>
            </a:extLst>
          </p:cNvPr>
          <p:cNvSpPr/>
          <p:nvPr/>
        </p:nvSpPr>
        <p:spPr>
          <a:xfrm>
            <a:off x="10134145" y="9983300"/>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49" name="Google Shape;314;p18">
            <a:extLst>
              <a:ext uri="{FF2B5EF4-FFF2-40B4-BE49-F238E27FC236}">
                <a16:creationId xmlns:a16="http://schemas.microsoft.com/office/drawing/2014/main" id="{37289B09-2766-B536-8838-45493E71D2EE}"/>
              </a:ext>
            </a:extLst>
          </p:cNvPr>
          <p:cNvSpPr/>
          <p:nvPr/>
        </p:nvSpPr>
        <p:spPr>
          <a:xfrm>
            <a:off x="10508891" y="9829148"/>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0" name="Google Shape;315;p18">
            <a:extLst>
              <a:ext uri="{FF2B5EF4-FFF2-40B4-BE49-F238E27FC236}">
                <a16:creationId xmlns:a16="http://schemas.microsoft.com/office/drawing/2014/main" id="{35C0E135-D259-4D1A-33E3-A5C14AE63595}"/>
              </a:ext>
            </a:extLst>
          </p:cNvPr>
          <p:cNvSpPr/>
          <p:nvPr/>
        </p:nvSpPr>
        <p:spPr>
          <a:xfrm>
            <a:off x="10589672" y="9547578"/>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1" name="Google Shape;316;p18">
            <a:extLst>
              <a:ext uri="{FF2B5EF4-FFF2-40B4-BE49-F238E27FC236}">
                <a16:creationId xmlns:a16="http://schemas.microsoft.com/office/drawing/2014/main" id="{309C9BDD-D607-2986-4E76-3F0C13A58541}"/>
              </a:ext>
            </a:extLst>
          </p:cNvPr>
          <p:cNvSpPr/>
          <p:nvPr/>
        </p:nvSpPr>
        <p:spPr>
          <a:xfrm>
            <a:off x="10775756" y="9829148"/>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2" name="Google Shape;317;p18">
            <a:extLst>
              <a:ext uri="{FF2B5EF4-FFF2-40B4-BE49-F238E27FC236}">
                <a16:creationId xmlns:a16="http://schemas.microsoft.com/office/drawing/2014/main" id="{CA674386-CAD9-98C1-17B7-077DF7A43110}"/>
              </a:ext>
            </a:extLst>
          </p:cNvPr>
          <p:cNvSpPr/>
          <p:nvPr/>
        </p:nvSpPr>
        <p:spPr>
          <a:xfrm>
            <a:off x="10959356" y="9948620"/>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3" name="Google Shape;318;p18">
            <a:extLst>
              <a:ext uri="{FF2B5EF4-FFF2-40B4-BE49-F238E27FC236}">
                <a16:creationId xmlns:a16="http://schemas.microsoft.com/office/drawing/2014/main" id="{B0DE4801-FE74-EFE7-8671-CB1BD6117899}"/>
              </a:ext>
            </a:extLst>
          </p:cNvPr>
          <p:cNvSpPr/>
          <p:nvPr/>
        </p:nvSpPr>
        <p:spPr>
          <a:xfrm>
            <a:off x="11186499" y="9863523"/>
            <a:ext cx="69667" cy="69667"/>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4" name="Google Shape;320;p18">
            <a:extLst>
              <a:ext uri="{FF2B5EF4-FFF2-40B4-BE49-F238E27FC236}">
                <a16:creationId xmlns:a16="http://schemas.microsoft.com/office/drawing/2014/main" id="{59DB266A-DD9F-EA7E-54B2-2B43FF9733A4}"/>
              </a:ext>
            </a:extLst>
          </p:cNvPr>
          <p:cNvSpPr/>
          <p:nvPr/>
        </p:nvSpPr>
        <p:spPr>
          <a:xfrm>
            <a:off x="11654458" y="9755496"/>
            <a:ext cx="109507" cy="116681"/>
          </a:xfrm>
          <a:prstGeom prst="rect">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555" name="Google Shape;321;p18">
            <a:extLst>
              <a:ext uri="{FF2B5EF4-FFF2-40B4-BE49-F238E27FC236}">
                <a16:creationId xmlns:a16="http://schemas.microsoft.com/office/drawing/2014/main" id="{D428E07F-5067-19E9-C303-FFEB907F6319}"/>
              </a:ext>
            </a:extLst>
          </p:cNvPr>
          <p:cNvSpPr txBox="1"/>
          <p:nvPr/>
        </p:nvSpPr>
        <p:spPr>
          <a:xfrm>
            <a:off x="11701136" y="9591119"/>
            <a:ext cx="1924501" cy="399667"/>
          </a:xfrm>
          <a:prstGeom prst="rect">
            <a:avLst/>
          </a:prstGeom>
          <a:noFill/>
          <a:ln>
            <a:noFill/>
          </a:ln>
        </p:spPr>
        <p:txBody>
          <a:bodyPr spcFirstLastPara="1" wrap="square" lIns="139677" tIns="139677" rIns="139677" bIns="139677" anchor="t" anchorCtr="0">
            <a:noAutofit/>
          </a:bodyPr>
          <a:lstStyle/>
          <a:p>
            <a:r>
              <a:rPr lang="en" sz="1200" dirty="0">
                <a:solidFill>
                  <a:schemeClr val="dk1"/>
                </a:solidFill>
                <a:latin typeface="Source Sans 3"/>
                <a:ea typeface="Source Sans 3"/>
                <a:cs typeface="Source Sans 3"/>
                <a:sym typeface="Source Sans 3"/>
              </a:rPr>
              <a:t>engagement_sentiment()</a:t>
            </a:r>
            <a:endParaRPr sz="1200" dirty="0">
              <a:solidFill>
                <a:schemeClr val="dk1"/>
              </a:solidFill>
              <a:latin typeface="Source Sans 3"/>
              <a:ea typeface="Source Sans 3"/>
              <a:cs typeface="Source Sans 3"/>
              <a:sym typeface="Source Sans 3"/>
            </a:endParaRPr>
          </a:p>
        </p:txBody>
      </p:sp>
      <p:sp>
        <p:nvSpPr>
          <p:cNvPr id="556" name="Google Shape;322;p18">
            <a:extLst>
              <a:ext uri="{FF2B5EF4-FFF2-40B4-BE49-F238E27FC236}">
                <a16:creationId xmlns:a16="http://schemas.microsoft.com/office/drawing/2014/main" id="{E4774A0A-0A4E-9937-D1EC-263369B7B816}"/>
              </a:ext>
            </a:extLst>
          </p:cNvPr>
          <p:cNvSpPr txBox="1"/>
          <p:nvPr/>
        </p:nvSpPr>
        <p:spPr>
          <a:xfrm>
            <a:off x="11701136" y="9266205"/>
            <a:ext cx="2332976" cy="399667"/>
          </a:xfrm>
          <a:prstGeom prst="rect">
            <a:avLst/>
          </a:prstGeom>
          <a:noFill/>
          <a:ln>
            <a:noFill/>
          </a:ln>
        </p:spPr>
        <p:txBody>
          <a:bodyPr spcFirstLastPara="1" wrap="square" lIns="139677" tIns="139677" rIns="139677" bIns="139677" anchor="t" anchorCtr="0">
            <a:noAutofit/>
          </a:bodyPr>
          <a:lstStyle/>
          <a:p>
            <a:r>
              <a:rPr lang="en-US" sz="1200" dirty="0">
                <a:solidFill>
                  <a:schemeClr val="dk1"/>
                </a:solidFill>
                <a:latin typeface="Source Sans 3"/>
                <a:ea typeface="Source Sans 3"/>
                <a:cs typeface="Source Sans 3"/>
                <a:sym typeface="Source Sans 3"/>
              </a:rPr>
              <a:t>e</a:t>
            </a:r>
            <a:r>
              <a:rPr lang="en" sz="1200" dirty="0">
                <a:solidFill>
                  <a:schemeClr val="dk1"/>
                </a:solidFill>
                <a:latin typeface="Source Sans 3"/>
                <a:ea typeface="Source Sans 3"/>
                <a:cs typeface="Source Sans 3"/>
                <a:sym typeface="Source Sans 3"/>
              </a:rPr>
              <a:t>ngagement_communication()</a:t>
            </a:r>
            <a:endParaRPr sz="1200" dirty="0">
              <a:solidFill>
                <a:schemeClr val="dk1"/>
              </a:solidFill>
              <a:latin typeface="Source Sans 3"/>
              <a:ea typeface="Source Sans 3"/>
              <a:cs typeface="Source Sans 3"/>
              <a:sym typeface="Source Sans 3"/>
            </a:endParaRPr>
          </a:p>
        </p:txBody>
      </p:sp>
      <p:sp>
        <p:nvSpPr>
          <p:cNvPr id="557" name="Google Shape;292;p18">
            <a:extLst>
              <a:ext uri="{FF2B5EF4-FFF2-40B4-BE49-F238E27FC236}">
                <a16:creationId xmlns:a16="http://schemas.microsoft.com/office/drawing/2014/main" id="{112830B0-8576-E526-E10F-B159453CA614}"/>
              </a:ext>
            </a:extLst>
          </p:cNvPr>
          <p:cNvSpPr/>
          <p:nvPr/>
        </p:nvSpPr>
        <p:spPr>
          <a:xfrm>
            <a:off x="9735851" y="718457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58" name="Google Shape;293;p18">
            <a:extLst>
              <a:ext uri="{FF2B5EF4-FFF2-40B4-BE49-F238E27FC236}">
                <a16:creationId xmlns:a16="http://schemas.microsoft.com/office/drawing/2014/main" id="{E9AAD38E-7045-620B-CAC7-2B5E3D30A062}"/>
              </a:ext>
            </a:extLst>
          </p:cNvPr>
          <p:cNvSpPr txBox="1"/>
          <p:nvPr/>
        </p:nvSpPr>
        <p:spPr>
          <a:xfrm>
            <a:off x="9628606" y="715193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0.3</a:t>
            </a:r>
            <a:endParaRPr sz="1100" dirty="0">
              <a:solidFill>
                <a:schemeClr val="lt1"/>
              </a:solidFill>
              <a:latin typeface="Source Sans 3" panose="020B0303030403020204" pitchFamily="34" charset="0"/>
            </a:endParaRPr>
          </a:p>
        </p:txBody>
      </p:sp>
      <p:sp>
        <p:nvSpPr>
          <p:cNvPr id="559" name="Google Shape;292;p18">
            <a:extLst>
              <a:ext uri="{FF2B5EF4-FFF2-40B4-BE49-F238E27FC236}">
                <a16:creationId xmlns:a16="http://schemas.microsoft.com/office/drawing/2014/main" id="{34B24FEB-B647-2FFC-9531-147CCB4141D8}"/>
              </a:ext>
            </a:extLst>
          </p:cNvPr>
          <p:cNvSpPr/>
          <p:nvPr/>
        </p:nvSpPr>
        <p:spPr>
          <a:xfrm>
            <a:off x="12432773" y="7027645"/>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0" name="Google Shape;293;p18">
            <a:extLst>
              <a:ext uri="{FF2B5EF4-FFF2-40B4-BE49-F238E27FC236}">
                <a16:creationId xmlns:a16="http://schemas.microsoft.com/office/drawing/2014/main" id="{AABFA1BB-4420-D931-12FC-CA2453DAC574}"/>
              </a:ext>
            </a:extLst>
          </p:cNvPr>
          <p:cNvSpPr txBox="1"/>
          <p:nvPr/>
        </p:nvSpPr>
        <p:spPr>
          <a:xfrm>
            <a:off x="12382678" y="6995008"/>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1" name="Google Shape;292;p18">
            <a:extLst>
              <a:ext uri="{FF2B5EF4-FFF2-40B4-BE49-F238E27FC236}">
                <a16:creationId xmlns:a16="http://schemas.microsoft.com/office/drawing/2014/main" id="{710DAC85-71C1-3BB1-D396-A988A752FE18}"/>
              </a:ext>
            </a:extLst>
          </p:cNvPr>
          <p:cNvSpPr/>
          <p:nvPr/>
        </p:nvSpPr>
        <p:spPr>
          <a:xfrm>
            <a:off x="9612245" y="689537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2" name="Google Shape;293;p18">
            <a:extLst>
              <a:ext uri="{FF2B5EF4-FFF2-40B4-BE49-F238E27FC236}">
                <a16:creationId xmlns:a16="http://schemas.microsoft.com/office/drawing/2014/main" id="{6596327A-DA23-81C3-3567-6BD7F145B928}"/>
              </a:ext>
            </a:extLst>
          </p:cNvPr>
          <p:cNvSpPr txBox="1"/>
          <p:nvPr/>
        </p:nvSpPr>
        <p:spPr>
          <a:xfrm>
            <a:off x="9568500" y="6862740"/>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2</a:t>
            </a:r>
            <a:endParaRPr sz="1100" dirty="0">
              <a:solidFill>
                <a:schemeClr val="lt1"/>
              </a:solidFill>
              <a:latin typeface="Source Sans 3" panose="020B0303030403020204" pitchFamily="34" charset="0"/>
            </a:endParaRPr>
          </a:p>
        </p:txBody>
      </p:sp>
      <p:sp>
        <p:nvSpPr>
          <p:cNvPr id="563" name="Google Shape;292;p18">
            <a:extLst>
              <a:ext uri="{FF2B5EF4-FFF2-40B4-BE49-F238E27FC236}">
                <a16:creationId xmlns:a16="http://schemas.microsoft.com/office/drawing/2014/main" id="{1EC68D32-79D9-80EC-9254-C4128AD89196}"/>
              </a:ext>
            </a:extLst>
          </p:cNvPr>
          <p:cNvSpPr/>
          <p:nvPr/>
        </p:nvSpPr>
        <p:spPr>
          <a:xfrm>
            <a:off x="9864308" y="690362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64" name="Google Shape;293;p18">
            <a:extLst>
              <a:ext uri="{FF2B5EF4-FFF2-40B4-BE49-F238E27FC236}">
                <a16:creationId xmlns:a16="http://schemas.microsoft.com/office/drawing/2014/main" id="{E9F0AD8B-3705-69FE-85D5-DC58D03859DD}"/>
              </a:ext>
            </a:extLst>
          </p:cNvPr>
          <p:cNvSpPr txBox="1"/>
          <p:nvPr/>
        </p:nvSpPr>
        <p:spPr>
          <a:xfrm>
            <a:off x="9757063" y="687098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a:t>
            </a:r>
            <a:endParaRPr sz="1100" dirty="0">
              <a:solidFill>
                <a:schemeClr val="lt1"/>
              </a:solidFill>
              <a:latin typeface="Source Sans 3" panose="020B0303030403020204" pitchFamily="34" charset="0"/>
            </a:endParaRPr>
          </a:p>
        </p:txBody>
      </p:sp>
      <p:pic>
        <p:nvPicPr>
          <p:cNvPr id="565" name="Google Shape;248;p18">
            <a:extLst>
              <a:ext uri="{FF2B5EF4-FFF2-40B4-BE49-F238E27FC236}">
                <a16:creationId xmlns:a16="http://schemas.microsoft.com/office/drawing/2014/main" id="{5A27AE24-5BE0-D04A-E4AD-F455D82969E7}"/>
              </a:ext>
            </a:extLst>
          </p:cNvPr>
          <p:cNvPicPr preferRelativeResize="0"/>
          <p:nvPr/>
        </p:nvPicPr>
        <p:blipFill>
          <a:blip r:embed="rId8">
            <a:alphaModFix/>
          </a:blip>
          <a:stretch>
            <a:fillRect/>
          </a:stretch>
        </p:blipFill>
        <p:spPr>
          <a:xfrm>
            <a:off x="10013212" y="7510041"/>
            <a:ext cx="809211" cy="470250"/>
          </a:xfrm>
          <a:prstGeom prst="rect">
            <a:avLst/>
          </a:prstGeom>
          <a:noFill/>
          <a:ln>
            <a:noFill/>
          </a:ln>
        </p:spPr>
      </p:pic>
      <p:cxnSp>
        <p:nvCxnSpPr>
          <p:cNvPr id="566" name="Google Shape;249;p18">
            <a:extLst>
              <a:ext uri="{FF2B5EF4-FFF2-40B4-BE49-F238E27FC236}">
                <a16:creationId xmlns:a16="http://schemas.microsoft.com/office/drawing/2014/main" id="{427C6920-E116-A33F-DD17-4EB96C9B4814}"/>
              </a:ext>
            </a:extLst>
          </p:cNvPr>
          <p:cNvCxnSpPr>
            <a:cxnSpLocks/>
          </p:cNvCxnSpPr>
          <p:nvPr/>
        </p:nvCxnSpPr>
        <p:spPr>
          <a:xfrm>
            <a:off x="10149297" y="8053795"/>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567" name="Google Shape;253;p18">
            <a:extLst>
              <a:ext uri="{FF2B5EF4-FFF2-40B4-BE49-F238E27FC236}">
                <a16:creationId xmlns:a16="http://schemas.microsoft.com/office/drawing/2014/main" id="{31A9F53D-C532-40B0-CDE7-7877760D938D}"/>
              </a:ext>
            </a:extLst>
          </p:cNvPr>
          <p:cNvSpPr txBox="1"/>
          <p:nvPr/>
        </p:nvSpPr>
        <p:spPr>
          <a:xfrm>
            <a:off x="10609063" y="7509733"/>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2</a:t>
            </a:r>
            <a:endParaRPr sz="1200" dirty="0">
              <a:solidFill>
                <a:schemeClr val="dk1"/>
              </a:solidFill>
              <a:latin typeface="Source Sans 3"/>
              <a:ea typeface="Source Sans 3"/>
              <a:cs typeface="Source Sans 3"/>
              <a:sym typeface="Source Sans 3"/>
            </a:endParaRPr>
          </a:p>
        </p:txBody>
      </p:sp>
      <p:sp>
        <p:nvSpPr>
          <p:cNvPr id="568" name="Google Shape;254;p18">
            <a:extLst>
              <a:ext uri="{FF2B5EF4-FFF2-40B4-BE49-F238E27FC236}">
                <a16:creationId xmlns:a16="http://schemas.microsoft.com/office/drawing/2014/main" id="{A4E4E6B8-28F1-B75E-B539-4186290D10E0}"/>
              </a:ext>
            </a:extLst>
          </p:cNvPr>
          <p:cNvSpPr txBox="1"/>
          <p:nvPr/>
        </p:nvSpPr>
        <p:spPr>
          <a:xfrm>
            <a:off x="11832014" y="7508368"/>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69" name="Google Shape;255;p18">
            <a:extLst>
              <a:ext uri="{FF2B5EF4-FFF2-40B4-BE49-F238E27FC236}">
                <a16:creationId xmlns:a16="http://schemas.microsoft.com/office/drawing/2014/main" id="{FF0F49DA-E83B-F2DC-4B3D-C11299D3F71A}"/>
              </a:ext>
            </a:extLst>
          </p:cNvPr>
          <p:cNvSpPr txBox="1"/>
          <p:nvPr/>
        </p:nvSpPr>
        <p:spPr>
          <a:xfrm>
            <a:off x="12523990" y="7508054"/>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570" name="Google Shape;292;p18">
            <a:extLst>
              <a:ext uri="{FF2B5EF4-FFF2-40B4-BE49-F238E27FC236}">
                <a16:creationId xmlns:a16="http://schemas.microsoft.com/office/drawing/2014/main" id="{DD7CA647-302A-9FEE-32FE-14846E3D6D26}"/>
              </a:ext>
            </a:extLst>
          </p:cNvPr>
          <p:cNvSpPr/>
          <p:nvPr/>
        </p:nvSpPr>
        <p:spPr>
          <a:xfrm>
            <a:off x="12292076" y="7605980"/>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1" name="Google Shape;293;p18">
            <a:extLst>
              <a:ext uri="{FF2B5EF4-FFF2-40B4-BE49-F238E27FC236}">
                <a16:creationId xmlns:a16="http://schemas.microsoft.com/office/drawing/2014/main" id="{A1C991A3-C666-1AD4-A61F-C26614542400}"/>
              </a:ext>
            </a:extLst>
          </p:cNvPr>
          <p:cNvSpPr txBox="1"/>
          <p:nvPr/>
        </p:nvSpPr>
        <p:spPr>
          <a:xfrm>
            <a:off x="12153873" y="7573343"/>
            <a:ext cx="564637"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0.01</a:t>
            </a:r>
            <a:endParaRPr sz="1100" dirty="0">
              <a:solidFill>
                <a:schemeClr val="lt1"/>
              </a:solidFill>
              <a:latin typeface="Source Sans 3" panose="020B0303030403020204" pitchFamily="34" charset="0"/>
            </a:endParaRPr>
          </a:p>
        </p:txBody>
      </p:sp>
      <p:sp>
        <p:nvSpPr>
          <p:cNvPr id="572" name="Google Shape;292;p18">
            <a:extLst>
              <a:ext uri="{FF2B5EF4-FFF2-40B4-BE49-F238E27FC236}">
                <a16:creationId xmlns:a16="http://schemas.microsoft.com/office/drawing/2014/main" id="{9148A471-1C99-2387-7651-C53053FF9876}"/>
              </a:ext>
            </a:extLst>
          </p:cNvPr>
          <p:cNvSpPr/>
          <p:nvPr/>
        </p:nvSpPr>
        <p:spPr>
          <a:xfrm>
            <a:off x="10149975" y="7737174"/>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3" name="Google Shape;293;p18">
            <a:extLst>
              <a:ext uri="{FF2B5EF4-FFF2-40B4-BE49-F238E27FC236}">
                <a16:creationId xmlns:a16="http://schemas.microsoft.com/office/drawing/2014/main" id="{6ACCEAF1-571E-E88D-F046-ADF6665F3265}"/>
              </a:ext>
            </a:extLst>
          </p:cNvPr>
          <p:cNvSpPr txBox="1"/>
          <p:nvPr/>
        </p:nvSpPr>
        <p:spPr>
          <a:xfrm>
            <a:off x="10042730" y="7704537"/>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0.8</a:t>
            </a:r>
            <a:endParaRPr sz="1100" dirty="0">
              <a:solidFill>
                <a:schemeClr val="lt1"/>
              </a:solidFill>
              <a:latin typeface="Source Sans 3" panose="020B0303030403020204" pitchFamily="34" charset="0"/>
            </a:endParaRPr>
          </a:p>
        </p:txBody>
      </p:sp>
      <p:sp>
        <p:nvSpPr>
          <p:cNvPr id="574" name="Google Shape;292;p18">
            <a:extLst>
              <a:ext uri="{FF2B5EF4-FFF2-40B4-BE49-F238E27FC236}">
                <a16:creationId xmlns:a16="http://schemas.microsoft.com/office/drawing/2014/main" id="{4AF1D507-74FA-21B8-8F58-BAD083506071}"/>
              </a:ext>
            </a:extLst>
          </p:cNvPr>
          <p:cNvSpPr/>
          <p:nvPr/>
        </p:nvSpPr>
        <p:spPr>
          <a:xfrm>
            <a:off x="12969116" y="7601498"/>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575" name="Google Shape;293;p18">
            <a:extLst>
              <a:ext uri="{FF2B5EF4-FFF2-40B4-BE49-F238E27FC236}">
                <a16:creationId xmlns:a16="http://schemas.microsoft.com/office/drawing/2014/main" id="{94B76E4B-C43F-0CBA-8FC7-D8A576EC448C}"/>
              </a:ext>
            </a:extLst>
          </p:cNvPr>
          <p:cNvSpPr txBox="1"/>
          <p:nvPr/>
        </p:nvSpPr>
        <p:spPr>
          <a:xfrm>
            <a:off x="12919021" y="7578386"/>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2" name="Google Shape;292;p18">
            <a:extLst>
              <a:ext uri="{FF2B5EF4-FFF2-40B4-BE49-F238E27FC236}">
                <a16:creationId xmlns:a16="http://schemas.microsoft.com/office/drawing/2014/main" id="{45F2E523-394B-6900-CFF3-701919CB6D47}"/>
              </a:ext>
            </a:extLst>
          </p:cNvPr>
          <p:cNvSpPr/>
          <p:nvPr/>
        </p:nvSpPr>
        <p:spPr>
          <a:xfrm>
            <a:off x="10148588" y="7469230"/>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3" name="Google Shape;293;p18">
            <a:extLst>
              <a:ext uri="{FF2B5EF4-FFF2-40B4-BE49-F238E27FC236}">
                <a16:creationId xmlns:a16="http://schemas.microsoft.com/office/drawing/2014/main" id="{9F454ACD-285F-9B8A-4615-AF05006F0F5D}"/>
              </a:ext>
            </a:extLst>
          </p:cNvPr>
          <p:cNvSpPr txBox="1"/>
          <p:nvPr/>
        </p:nvSpPr>
        <p:spPr>
          <a:xfrm>
            <a:off x="10012771" y="7434212"/>
            <a:ext cx="57452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-0.5</a:t>
            </a:r>
            <a:endParaRPr sz="1100" dirty="0">
              <a:solidFill>
                <a:schemeClr val="lt1"/>
              </a:solidFill>
              <a:latin typeface="Source Sans 3" panose="020B0303030403020204" pitchFamily="34" charset="0"/>
            </a:endParaRPr>
          </a:p>
        </p:txBody>
      </p:sp>
      <p:sp>
        <p:nvSpPr>
          <p:cNvPr id="194" name="Google Shape;292;p18">
            <a:extLst>
              <a:ext uri="{FF2B5EF4-FFF2-40B4-BE49-F238E27FC236}">
                <a16:creationId xmlns:a16="http://schemas.microsoft.com/office/drawing/2014/main" id="{AED6E957-FB0E-1B1D-3C51-6627BD0EBD69}"/>
              </a:ext>
            </a:extLst>
          </p:cNvPr>
          <p:cNvSpPr/>
          <p:nvPr/>
        </p:nvSpPr>
        <p:spPr>
          <a:xfrm>
            <a:off x="10400651" y="7477477"/>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5" name="Google Shape;293;p18">
            <a:extLst>
              <a:ext uri="{FF2B5EF4-FFF2-40B4-BE49-F238E27FC236}">
                <a16:creationId xmlns:a16="http://schemas.microsoft.com/office/drawing/2014/main" id="{FB744BED-9278-1E82-7441-BF4C9B64FA3B}"/>
              </a:ext>
            </a:extLst>
          </p:cNvPr>
          <p:cNvSpPr txBox="1"/>
          <p:nvPr/>
        </p:nvSpPr>
        <p:spPr>
          <a:xfrm>
            <a:off x="10344206" y="7444840"/>
            <a:ext cx="48051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5</a:t>
            </a:r>
            <a:endParaRPr sz="1100" dirty="0">
              <a:solidFill>
                <a:schemeClr val="lt1"/>
              </a:solidFill>
              <a:latin typeface="Source Sans 3" panose="020B0303030403020204" pitchFamily="34" charset="0"/>
            </a:endParaRPr>
          </a:p>
        </p:txBody>
      </p:sp>
      <p:sp>
        <p:nvSpPr>
          <p:cNvPr id="196" name="Google Shape;292;p18">
            <a:extLst>
              <a:ext uri="{FF2B5EF4-FFF2-40B4-BE49-F238E27FC236}">
                <a16:creationId xmlns:a16="http://schemas.microsoft.com/office/drawing/2014/main" id="{ACC42535-6F44-5DD2-FE73-0BB0BF0E2D6C}"/>
              </a:ext>
            </a:extLst>
          </p:cNvPr>
          <p:cNvSpPr/>
          <p:nvPr/>
        </p:nvSpPr>
        <p:spPr>
          <a:xfrm>
            <a:off x="10412947" y="7745785"/>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197" name="Google Shape;293;p18">
            <a:extLst>
              <a:ext uri="{FF2B5EF4-FFF2-40B4-BE49-F238E27FC236}">
                <a16:creationId xmlns:a16="http://schemas.microsoft.com/office/drawing/2014/main" id="{1683B79A-F842-A162-6674-A0C6DAED3C6F}"/>
              </a:ext>
            </a:extLst>
          </p:cNvPr>
          <p:cNvSpPr txBox="1"/>
          <p:nvPr/>
        </p:nvSpPr>
        <p:spPr>
          <a:xfrm>
            <a:off x="10274746" y="7710766"/>
            <a:ext cx="54654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0.27</a:t>
            </a:r>
            <a:endParaRPr sz="1100" dirty="0">
              <a:solidFill>
                <a:schemeClr val="lt1"/>
              </a:solidFill>
              <a:latin typeface="Source Sans 3" panose="020B0303030403020204" pitchFamily="34" charset="0"/>
            </a:endParaRPr>
          </a:p>
        </p:txBody>
      </p:sp>
      <p:cxnSp>
        <p:nvCxnSpPr>
          <p:cNvPr id="198" name="Google Shape;389;p18">
            <a:extLst>
              <a:ext uri="{FF2B5EF4-FFF2-40B4-BE49-F238E27FC236}">
                <a16:creationId xmlns:a16="http://schemas.microsoft.com/office/drawing/2014/main" id="{50ED3D79-0703-235D-A387-19C845EF9512}"/>
              </a:ext>
            </a:extLst>
          </p:cNvPr>
          <p:cNvCxnSpPr>
            <a:cxnSpLocks/>
          </p:cNvCxnSpPr>
          <p:nvPr/>
        </p:nvCxnSpPr>
        <p:spPr>
          <a:xfrm>
            <a:off x="10394759" y="8180146"/>
            <a:ext cx="0" cy="325081"/>
          </a:xfrm>
          <a:prstGeom prst="straightConnector1">
            <a:avLst/>
          </a:prstGeom>
          <a:noFill/>
          <a:ln w="28575" cap="flat" cmpd="sng">
            <a:solidFill>
              <a:schemeClr val="dk2"/>
            </a:solidFill>
            <a:prstDash val="dot"/>
            <a:round/>
            <a:headEnd type="none" w="med" len="med"/>
            <a:tailEnd type="none" w="med" len="med"/>
          </a:ln>
        </p:spPr>
      </p:cxnSp>
      <p:pic>
        <p:nvPicPr>
          <p:cNvPr id="199" name="Google Shape;248;p18">
            <a:extLst>
              <a:ext uri="{FF2B5EF4-FFF2-40B4-BE49-F238E27FC236}">
                <a16:creationId xmlns:a16="http://schemas.microsoft.com/office/drawing/2014/main" id="{EE7D240E-9386-7DEA-0A01-42B566A235CE}"/>
              </a:ext>
            </a:extLst>
          </p:cNvPr>
          <p:cNvPicPr preferRelativeResize="0"/>
          <p:nvPr/>
        </p:nvPicPr>
        <p:blipFill>
          <a:blip r:embed="rId8">
            <a:alphaModFix/>
          </a:blip>
          <a:stretch>
            <a:fillRect/>
          </a:stretch>
        </p:blipFill>
        <p:spPr>
          <a:xfrm>
            <a:off x="10554840" y="8480197"/>
            <a:ext cx="809211" cy="470250"/>
          </a:xfrm>
          <a:prstGeom prst="rect">
            <a:avLst/>
          </a:prstGeom>
          <a:noFill/>
          <a:ln>
            <a:noFill/>
          </a:ln>
        </p:spPr>
      </p:pic>
      <p:cxnSp>
        <p:nvCxnSpPr>
          <p:cNvPr id="200" name="Google Shape;249;p18">
            <a:extLst>
              <a:ext uri="{FF2B5EF4-FFF2-40B4-BE49-F238E27FC236}">
                <a16:creationId xmlns:a16="http://schemas.microsoft.com/office/drawing/2014/main" id="{87FF321C-032D-2156-71CD-E5DC54635436}"/>
              </a:ext>
            </a:extLst>
          </p:cNvPr>
          <p:cNvCxnSpPr>
            <a:cxnSpLocks/>
          </p:cNvCxnSpPr>
          <p:nvPr/>
        </p:nvCxnSpPr>
        <p:spPr>
          <a:xfrm>
            <a:off x="10690925" y="9023951"/>
            <a:ext cx="547919" cy="2275"/>
          </a:xfrm>
          <a:prstGeom prst="straightConnector1">
            <a:avLst/>
          </a:prstGeom>
          <a:noFill/>
          <a:ln w="9525" cap="flat" cmpd="sng">
            <a:solidFill>
              <a:schemeClr val="dk1"/>
            </a:solidFill>
            <a:prstDash val="solid"/>
            <a:round/>
            <a:headEnd type="none" w="med" len="med"/>
            <a:tailEnd type="triangle" w="med" len="med"/>
          </a:ln>
        </p:spPr>
      </p:cxnSp>
      <p:sp>
        <p:nvSpPr>
          <p:cNvPr id="201" name="Google Shape;253;p18">
            <a:extLst>
              <a:ext uri="{FF2B5EF4-FFF2-40B4-BE49-F238E27FC236}">
                <a16:creationId xmlns:a16="http://schemas.microsoft.com/office/drawing/2014/main" id="{E18C394A-B460-EA9B-4962-EA95F91B533F}"/>
              </a:ext>
            </a:extLst>
          </p:cNvPr>
          <p:cNvSpPr txBox="1"/>
          <p:nvPr/>
        </p:nvSpPr>
        <p:spPr>
          <a:xfrm>
            <a:off x="11150691" y="8479889"/>
            <a:ext cx="1416856"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Rolling Window n</a:t>
            </a:r>
            <a:endParaRPr sz="1200" dirty="0">
              <a:solidFill>
                <a:schemeClr val="dk1"/>
              </a:solidFill>
              <a:latin typeface="Source Sans 3"/>
              <a:ea typeface="Source Sans 3"/>
              <a:cs typeface="Source Sans 3"/>
              <a:sym typeface="Source Sans 3"/>
            </a:endParaRPr>
          </a:p>
        </p:txBody>
      </p:sp>
      <p:sp>
        <p:nvSpPr>
          <p:cNvPr id="202" name="Google Shape;254;p18">
            <a:extLst>
              <a:ext uri="{FF2B5EF4-FFF2-40B4-BE49-F238E27FC236}">
                <a16:creationId xmlns:a16="http://schemas.microsoft.com/office/drawing/2014/main" id="{C8DBA964-45DB-1964-6D75-4FC36E10F0D6}"/>
              </a:ext>
            </a:extLst>
          </p:cNvPr>
          <p:cNvSpPr txBox="1"/>
          <p:nvPr/>
        </p:nvSpPr>
        <p:spPr>
          <a:xfrm>
            <a:off x="12373642" y="8478524"/>
            <a:ext cx="678035"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3" name="Google Shape;255;p18">
            <a:extLst>
              <a:ext uri="{FF2B5EF4-FFF2-40B4-BE49-F238E27FC236}">
                <a16:creationId xmlns:a16="http://schemas.microsoft.com/office/drawing/2014/main" id="{251C7ED0-2164-C94B-6409-FA8B3976E9E3}"/>
              </a:ext>
            </a:extLst>
          </p:cNvPr>
          <p:cNvSpPr txBox="1"/>
          <p:nvPr/>
        </p:nvSpPr>
        <p:spPr>
          <a:xfrm>
            <a:off x="13065618" y="8478210"/>
            <a:ext cx="537849" cy="466748"/>
          </a:xfrm>
          <a:prstGeom prst="rect">
            <a:avLst/>
          </a:prstGeom>
          <a:noFill/>
          <a:ln>
            <a:noFill/>
          </a:ln>
        </p:spPr>
        <p:txBody>
          <a:bodyPr spcFirstLastPara="1" wrap="square" lIns="139677" tIns="139677" rIns="139677" bIns="139677" anchor="t" anchorCtr="0">
            <a:spAutoFit/>
          </a:bodyPr>
          <a:lstStyle/>
          <a:p>
            <a:r>
              <a:rPr lang="en" sz="1200" dirty="0">
                <a:solidFill>
                  <a:schemeClr val="dk1"/>
                </a:solidFill>
                <a:latin typeface="Source Sans 3"/>
                <a:ea typeface="Source Sans 3"/>
                <a:cs typeface="Source Sans 3"/>
                <a:sym typeface="Source Sans 3"/>
              </a:rPr>
              <a:t>f() = </a:t>
            </a:r>
            <a:endParaRPr sz="1200" dirty="0">
              <a:solidFill>
                <a:schemeClr val="dk1"/>
              </a:solidFill>
              <a:latin typeface="Source Sans 3"/>
              <a:ea typeface="Source Sans 3"/>
              <a:cs typeface="Source Sans 3"/>
              <a:sym typeface="Source Sans 3"/>
            </a:endParaRPr>
          </a:p>
        </p:txBody>
      </p:sp>
      <p:sp>
        <p:nvSpPr>
          <p:cNvPr id="204" name="Google Shape;292;p18">
            <a:extLst>
              <a:ext uri="{FF2B5EF4-FFF2-40B4-BE49-F238E27FC236}">
                <a16:creationId xmlns:a16="http://schemas.microsoft.com/office/drawing/2014/main" id="{323B7FF8-3511-E37C-F3C8-2539D091EDDC}"/>
              </a:ext>
            </a:extLst>
          </p:cNvPr>
          <p:cNvSpPr/>
          <p:nvPr/>
        </p:nvSpPr>
        <p:spPr>
          <a:xfrm>
            <a:off x="12833704" y="8576136"/>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5" name="Google Shape;293;p18">
            <a:extLst>
              <a:ext uri="{FF2B5EF4-FFF2-40B4-BE49-F238E27FC236}">
                <a16:creationId xmlns:a16="http://schemas.microsoft.com/office/drawing/2014/main" id="{38C40302-5774-4646-F0A8-BDAA8AFC10A1}"/>
              </a:ext>
            </a:extLst>
          </p:cNvPr>
          <p:cNvSpPr txBox="1"/>
          <p:nvPr/>
        </p:nvSpPr>
        <p:spPr>
          <a:xfrm>
            <a:off x="12781309" y="8560582"/>
            <a:ext cx="314386"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06" name="Google Shape;292;p18">
            <a:extLst>
              <a:ext uri="{FF2B5EF4-FFF2-40B4-BE49-F238E27FC236}">
                <a16:creationId xmlns:a16="http://schemas.microsoft.com/office/drawing/2014/main" id="{10394985-52F6-CD85-2A66-423FCDC88D04}"/>
              </a:ext>
            </a:extLst>
          </p:cNvPr>
          <p:cNvSpPr/>
          <p:nvPr/>
        </p:nvSpPr>
        <p:spPr>
          <a:xfrm>
            <a:off x="10691603" y="8707330"/>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7" name="Google Shape;293;p18">
            <a:extLst>
              <a:ext uri="{FF2B5EF4-FFF2-40B4-BE49-F238E27FC236}">
                <a16:creationId xmlns:a16="http://schemas.microsoft.com/office/drawing/2014/main" id="{942DCA01-40B7-3620-79FE-4241CC7EB6F2}"/>
              </a:ext>
            </a:extLst>
          </p:cNvPr>
          <p:cNvSpPr txBox="1"/>
          <p:nvPr/>
        </p:nvSpPr>
        <p:spPr>
          <a:xfrm>
            <a:off x="10634578" y="8680065"/>
            <a:ext cx="352254"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4</a:t>
            </a:r>
            <a:endParaRPr sz="1100" dirty="0">
              <a:solidFill>
                <a:schemeClr val="lt1"/>
              </a:solidFill>
              <a:latin typeface="Source Sans 3" panose="020B0303030403020204" pitchFamily="34" charset="0"/>
            </a:endParaRPr>
          </a:p>
        </p:txBody>
      </p:sp>
      <p:sp>
        <p:nvSpPr>
          <p:cNvPr id="208" name="Google Shape;292;p18">
            <a:extLst>
              <a:ext uri="{FF2B5EF4-FFF2-40B4-BE49-F238E27FC236}">
                <a16:creationId xmlns:a16="http://schemas.microsoft.com/office/drawing/2014/main" id="{D135E9E6-F54B-C46A-FAA1-53FCBC419120}"/>
              </a:ext>
            </a:extLst>
          </p:cNvPr>
          <p:cNvSpPr/>
          <p:nvPr/>
        </p:nvSpPr>
        <p:spPr>
          <a:xfrm>
            <a:off x="13510744" y="8571654"/>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09" name="Google Shape;293;p18">
            <a:extLst>
              <a:ext uri="{FF2B5EF4-FFF2-40B4-BE49-F238E27FC236}">
                <a16:creationId xmlns:a16="http://schemas.microsoft.com/office/drawing/2014/main" id="{5133E59B-BF43-694E-82E2-DB42703ED46A}"/>
              </a:ext>
            </a:extLst>
          </p:cNvPr>
          <p:cNvSpPr txBox="1"/>
          <p:nvPr/>
        </p:nvSpPr>
        <p:spPr>
          <a:xfrm>
            <a:off x="13425335" y="8550135"/>
            <a:ext cx="422945"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14</a:t>
            </a:r>
            <a:endParaRPr sz="1100" dirty="0">
              <a:solidFill>
                <a:schemeClr val="lt1"/>
              </a:solidFill>
              <a:latin typeface="Source Sans 3" panose="020B0303030403020204" pitchFamily="34" charset="0"/>
            </a:endParaRPr>
          </a:p>
        </p:txBody>
      </p:sp>
      <p:sp>
        <p:nvSpPr>
          <p:cNvPr id="210" name="Google Shape;292;p18">
            <a:extLst>
              <a:ext uri="{FF2B5EF4-FFF2-40B4-BE49-F238E27FC236}">
                <a16:creationId xmlns:a16="http://schemas.microsoft.com/office/drawing/2014/main" id="{8D290042-9981-02A1-B343-24BE203C7F33}"/>
              </a:ext>
            </a:extLst>
          </p:cNvPr>
          <p:cNvSpPr/>
          <p:nvPr/>
        </p:nvSpPr>
        <p:spPr>
          <a:xfrm>
            <a:off x="10704703" y="8441590"/>
            <a:ext cx="246674" cy="249601"/>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11" name="Google Shape;293;p18">
            <a:extLst>
              <a:ext uri="{FF2B5EF4-FFF2-40B4-BE49-F238E27FC236}">
                <a16:creationId xmlns:a16="http://schemas.microsoft.com/office/drawing/2014/main" id="{3DBEB95B-7170-8120-16BA-03C32F114B8D}"/>
              </a:ext>
            </a:extLst>
          </p:cNvPr>
          <p:cNvSpPr txBox="1"/>
          <p:nvPr/>
        </p:nvSpPr>
        <p:spPr>
          <a:xfrm>
            <a:off x="10650080" y="8414580"/>
            <a:ext cx="359792"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0</a:t>
            </a:r>
            <a:endParaRPr sz="1100" dirty="0">
              <a:solidFill>
                <a:schemeClr val="lt1"/>
              </a:solidFill>
              <a:latin typeface="Source Sans 3" panose="020B0303030403020204" pitchFamily="34" charset="0"/>
            </a:endParaRPr>
          </a:p>
        </p:txBody>
      </p:sp>
      <p:sp>
        <p:nvSpPr>
          <p:cNvPr id="218" name="Google Shape;320;p18">
            <a:extLst>
              <a:ext uri="{FF2B5EF4-FFF2-40B4-BE49-F238E27FC236}">
                <a16:creationId xmlns:a16="http://schemas.microsoft.com/office/drawing/2014/main" id="{778A14E5-F7A4-2CCB-4740-69652C04CA4C}"/>
              </a:ext>
            </a:extLst>
          </p:cNvPr>
          <p:cNvSpPr/>
          <p:nvPr/>
        </p:nvSpPr>
        <p:spPr>
          <a:xfrm>
            <a:off x="11654473" y="9426852"/>
            <a:ext cx="109507" cy="116681"/>
          </a:xfrm>
          <a:prstGeom prst="rect">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solidFill>
                <a:schemeClr val="dk1"/>
              </a:solidFill>
            </a:endParaRPr>
          </a:p>
        </p:txBody>
      </p:sp>
      <p:sp>
        <p:nvSpPr>
          <p:cNvPr id="252" name="Google Shape;292;p18">
            <a:extLst>
              <a:ext uri="{FF2B5EF4-FFF2-40B4-BE49-F238E27FC236}">
                <a16:creationId xmlns:a16="http://schemas.microsoft.com/office/drawing/2014/main" id="{CACC4622-7F3D-025D-1179-2A56664B0286}"/>
              </a:ext>
            </a:extLst>
          </p:cNvPr>
          <p:cNvSpPr/>
          <p:nvPr/>
        </p:nvSpPr>
        <p:spPr>
          <a:xfrm>
            <a:off x="10947364" y="8721251"/>
            <a:ext cx="246674" cy="249601"/>
          </a:xfrm>
          <a:prstGeom prst="ellipse">
            <a:avLst/>
          </a:prstGeom>
          <a:solidFill>
            <a:srgbClr val="B7B7B7"/>
          </a:solidFill>
          <a:ln w="9525" cap="flat" cmpd="sng">
            <a:solidFill>
              <a:schemeClr val="dk1"/>
            </a:solidFill>
            <a:prstDash val="solid"/>
            <a:round/>
            <a:headEnd type="none" w="sm" len="sm"/>
            <a:tailEnd type="none" w="sm" len="sm"/>
          </a:ln>
        </p:spPr>
        <p:txBody>
          <a:bodyPr spcFirstLastPara="1" wrap="square" lIns="139677" tIns="139677" rIns="139677" bIns="139677" anchor="ctr" anchorCtr="0">
            <a:noAutofit/>
          </a:bodyPr>
          <a:lstStyle/>
          <a:p>
            <a:pPr algn="ctr"/>
            <a:endParaRPr sz="3708"/>
          </a:p>
        </p:txBody>
      </p:sp>
      <p:sp>
        <p:nvSpPr>
          <p:cNvPr id="256" name="Google Shape;293;p18">
            <a:extLst>
              <a:ext uri="{FF2B5EF4-FFF2-40B4-BE49-F238E27FC236}">
                <a16:creationId xmlns:a16="http://schemas.microsoft.com/office/drawing/2014/main" id="{0CAEFEC6-38F5-4AD0-E00F-92FE7A68F2BB}"/>
              </a:ext>
            </a:extLst>
          </p:cNvPr>
          <p:cNvSpPr txBox="1"/>
          <p:nvPr/>
        </p:nvSpPr>
        <p:spPr>
          <a:xfrm>
            <a:off x="10861764" y="8690811"/>
            <a:ext cx="441140" cy="157250"/>
          </a:xfrm>
          <a:prstGeom prst="rect">
            <a:avLst/>
          </a:prstGeom>
          <a:noFill/>
          <a:ln>
            <a:noFill/>
          </a:ln>
        </p:spPr>
        <p:txBody>
          <a:bodyPr spcFirstLastPara="1" wrap="square" lIns="139677" tIns="139677" rIns="139677" bIns="139677" anchor="t" anchorCtr="0">
            <a:noAutofit/>
          </a:bodyPr>
          <a:lstStyle/>
          <a:p>
            <a:r>
              <a:rPr lang="en" sz="1100" dirty="0">
                <a:solidFill>
                  <a:schemeClr val="lt1"/>
                </a:solidFill>
                <a:latin typeface="Source Sans 3" panose="020B0303030403020204" pitchFamily="34" charset="0"/>
              </a:rPr>
              <a:t>10</a:t>
            </a:r>
            <a:endParaRPr sz="1100" dirty="0">
              <a:solidFill>
                <a:schemeClr val="lt1"/>
              </a:solidFill>
              <a:latin typeface="Source Sans 3" panose="020B0303030403020204" pitchFamily="34" charset="0"/>
            </a:endParaRPr>
          </a:p>
        </p:txBody>
      </p:sp>
      <p:sp>
        <p:nvSpPr>
          <p:cNvPr id="257" name="Google Shape;232;p18">
            <a:extLst>
              <a:ext uri="{FF2B5EF4-FFF2-40B4-BE49-F238E27FC236}">
                <a16:creationId xmlns:a16="http://schemas.microsoft.com/office/drawing/2014/main" id="{A943BD4B-F46C-F990-C744-D46BE033E5CF}"/>
              </a:ext>
            </a:extLst>
          </p:cNvPr>
          <p:cNvSpPr txBox="1"/>
          <p:nvPr/>
        </p:nvSpPr>
        <p:spPr>
          <a:xfrm>
            <a:off x="9397411" y="5303963"/>
            <a:ext cx="4467375" cy="1205412"/>
          </a:xfrm>
          <a:prstGeom prst="rect">
            <a:avLst/>
          </a:prstGeom>
          <a:noFill/>
          <a:ln>
            <a:noFill/>
          </a:ln>
        </p:spPr>
        <p:txBody>
          <a:bodyPr spcFirstLastPara="1" wrap="square" lIns="139677" tIns="139677" rIns="139677" bIns="139677" anchor="t" anchorCtr="0">
            <a:spAutoFit/>
          </a:bodyPr>
          <a:lstStyle/>
          <a:p>
            <a:pPr marL="342900" indent="-342900">
              <a:buFont typeface="+mj-lt"/>
              <a:buAutoNum type="arabicPeriod"/>
            </a:pPr>
            <a:r>
              <a:rPr lang="en-US" sz="1200" b="1" dirty="0">
                <a:solidFill>
                  <a:schemeClr val="dk2"/>
                </a:solidFill>
                <a:latin typeface="Source Sans 3"/>
                <a:ea typeface="Source Sans 3"/>
                <a:cs typeface="Source Sans 3"/>
                <a:sym typeface="Source Sans 3"/>
              </a:rPr>
              <a:t>e</a:t>
            </a:r>
            <a:r>
              <a:rPr lang="en" sz="1200" b="1" dirty="0">
                <a:solidFill>
                  <a:schemeClr val="dk2"/>
                </a:solidFill>
                <a:latin typeface="Source Sans 3"/>
                <a:ea typeface="Source Sans 3"/>
                <a:cs typeface="Source Sans 3"/>
                <a:sym typeface="Source Sans 3"/>
              </a:rPr>
              <a:t>ngagement_communication()</a:t>
            </a:r>
            <a:br>
              <a:rPr lang="en" sz="1200" b="1" dirty="0">
                <a:solidFill>
                  <a:schemeClr val="dk2"/>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Counts the overall number of messages a developer sent.</a:t>
            </a:r>
            <a:br>
              <a:rPr lang="en" sz="1200" dirty="0">
                <a:solidFill>
                  <a:schemeClr val="dk2"/>
                </a:solidFill>
                <a:latin typeface="Source Sans 3"/>
                <a:ea typeface="Source Sans 3"/>
                <a:cs typeface="Source Sans 3"/>
                <a:sym typeface="Source Sans 3"/>
              </a:rPr>
            </a:br>
            <a:endParaRPr lang="en" sz="1200" dirty="0">
              <a:solidFill>
                <a:schemeClr val="dk2"/>
              </a:solidFill>
              <a:latin typeface="Source Sans 3"/>
              <a:ea typeface="Source Sans 3"/>
              <a:cs typeface="Source Sans 3"/>
              <a:sym typeface="Source Sans 3"/>
            </a:endParaRPr>
          </a:p>
          <a:p>
            <a:pPr marL="342900" indent="-342900">
              <a:buFont typeface="+mj-lt"/>
              <a:buAutoNum type="arabicPeriod"/>
            </a:pPr>
            <a:r>
              <a:rPr lang="en-US" sz="1200" b="1" dirty="0">
                <a:solidFill>
                  <a:srgbClr val="628DB5"/>
                </a:solidFill>
                <a:latin typeface="Source Sans 3"/>
                <a:ea typeface="Source Sans 3"/>
                <a:cs typeface="Source Sans 3"/>
                <a:sym typeface="Source Sans 3"/>
              </a:rPr>
              <a:t>e</a:t>
            </a:r>
            <a:r>
              <a:rPr lang="en" sz="1200" b="1" dirty="0">
                <a:solidFill>
                  <a:srgbClr val="628DB5"/>
                </a:solidFill>
                <a:latin typeface="Source Sans 3"/>
                <a:ea typeface="Source Sans 3"/>
                <a:cs typeface="Source Sans 3"/>
                <a:sym typeface="Source Sans 3"/>
              </a:rPr>
              <a:t>ngagement_sentiment()</a:t>
            </a:r>
            <a:br>
              <a:rPr lang="en" sz="1200" b="1" dirty="0">
                <a:solidFill>
                  <a:srgbClr val="628DB5"/>
                </a:solidFill>
                <a:latin typeface="Source Sans 3"/>
                <a:ea typeface="Source Sans 3"/>
                <a:cs typeface="Source Sans 3"/>
                <a:sym typeface="Source Sans 3"/>
              </a:rPr>
            </a:br>
            <a:r>
              <a:rPr lang="en" sz="1200" dirty="0">
                <a:solidFill>
                  <a:schemeClr val="dk2"/>
                </a:solidFill>
                <a:latin typeface="Source Sans 3"/>
                <a:ea typeface="Source Sans 3"/>
                <a:cs typeface="Source Sans 3"/>
                <a:sym typeface="Source Sans 3"/>
              </a:rPr>
              <a:t>Produces an engagement sentiment score.</a:t>
            </a:r>
            <a:endParaRPr sz="1200" b="1" dirty="0">
              <a:solidFill>
                <a:srgbClr val="628DB5"/>
              </a:solidFill>
              <a:latin typeface="Source Sans 3"/>
              <a:ea typeface="Source Sans 3"/>
              <a:cs typeface="Source Sans 3"/>
              <a:sym typeface="Source Sans 3"/>
            </a:endParaRPr>
          </a:p>
        </p:txBody>
      </p:sp>
      <p:pic>
        <p:nvPicPr>
          <p:cNvPr id="20" name="Picture 19" descr="A picture containing text&#10;&#10;Description automatically generated">
            <a:extLst>
              <a:ext uri="{FF2B5EF4-FFF2-40B4-BE49-F238E27FC236}">
                <a16:creationId xmlns:a16="http://schemas.microsoft.com/office/drawing/2014/main" id="{EAB0A844-D66C-4F8C-5FCA-2B0A2BED32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8071" y="5074150"/>
            <a:ext cx="423964" cy="492345"/>
          </a:xfrm>
          <a:prstGeom prst="rect">
            <a:avLst/>
          </a:prstGeom>
        </p:spPr>
      </p:pic>
      <p:sp>
        <p:nvSpPr>
          <p:cNvPr id="5" name="Line">
            <a:extLst>
              <a:ext uri="{FF2B5EF4-FFF2-40B4-BE49-F238E27FC236}">
                <a16:creationId xmlns:a16="http://schemas.microsoft.com/office/drawing/2014/main" id="{5DF8A8BB-A29C-1CF4-5015-957D3F87E65A}"/>
              </a:ext>
            </a:extLst>
          </p:cNvPr>
          <p:cNvSpPr/>
          <p:nvPr/>
        </p:nvSpPr>
        <p:spPr>
          <a:xfrm flipV="1">
            <a:off x="411063" y="1826396"/>
            <a:ext cx="3269397"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7" name="Line">
            <a:extLst>
              <a:ext uri="{FF2B5EF4-FFF2-40B4-BE49-F238E27FC236}">
                <a16:creationId xmlns:a16="http://schemas.microsoft.com/office/drawing/2014/main" id="{2726B145-741C-BB5A-81D1-26B87B46A0CE}"/>
              </a:ext>
            </a:extLst>
          </p:cNvPr>
          <p:cNvSpPr/>
          <p:nvPr/>
        </p:nvSpPr>
        <p:spPr>
          <a:xfrm flipV="1">
            <a:off x="4467992" y="1826396"/>
            <a:ext cx="3273552"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 name="Line">
            <a:extLst>
              <a:ext uri="{FF2B5EF4-FFF2-40B4-BE49-F238E27FC236}">
                <a16:creationId xmlns:a16="http://schemas.microsoft.com/office/drawing/2014/main" id="{76BA2772-7DE8-965D-EEB9-953AB9C37F89}"/>
              </a:ext>
            </a:extLst>
          </p:cNvPr>
          <p:cNvSpPr/>
          <p:nvPr/>
        </p:nvSpPr>
        <p:spPr>
          <a:xfrm>
            <a:off x="9474332" y="1825338"/>
            <a:ext cx="3273552" cy="105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9" name="Line">
            <a:extLst>
              <a:ext uri="{FF2B5EF4-FFF2-40B4-BE49-F238E27FC236}">
                <a16:creationId xmlns:a16="http://schemas.microsoft.com/office/drawing/2014/main" id="{E8700110-A7F4-6B34-5CCA-3319B01FC8A9}"/>
              </a:ext>
            </a:extLst>
          </p:cNvPr>
          <p:cNvSpPr/>
          <p:nvPr/>
        </p:nvSpPr>
        <p:spPr>
          <a:xfrm>
            <a:off x="9474332" y="4275552"/>
            <a:ext cx="3273552" cy="105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60006240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5844</Words>
  <Application>Microsoft Office PowerPoint</Application>
  <PresentationFormat>Custom</PresentationFormat>
  <Paragraphs>743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Source Sans 3 Light</vt:lpstr>
      <vt:lpstr>Source Sans 3 SemiBold</vt:lpstr>
      <vt:lpstr>Source Sans 3</vt:lpstr>
      <vt:lpstr>Helvetica Neue</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G</cp:lastModifiedBy>
  <cp:revision>26</cp:revision>
  <dcterms:modified xsi:type="dcterms:W3CDTF">2026-05-09T13:25:59Z</dcterms:modified>
</cp:coreProperties>
</file>